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61" r:id="rId6"/>
    <p:sldId id="256" r:id="rId7"/>
    <p:sldId id="257" r:id="rId8"/>
    <p:sldId id="259" r:id="rId9"/>
    <p:sldId id="262"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49E9E8-194F-43BE-94B8-E097CB51E8B7}" v="16" dt="2019-10-20T19:27:41.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324" y="-3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ome Hittle" userId="e19a84f4-ec03-414a-9c55-8d84dfc90b9d" providerId="ADAL" clId="{00E0A0E4-8E63-4E7E-A019-0B6D543B9146}"/>
    <pc:docChg chg="undo custSel addSld delSld modSld">
      <pc:chgData name="Jerome Hittle" userId="e19a84f4-ec03-414a-9c55-8d84dfc90b9d" providerId="ADAL" clId="{00E0A0E4-8E63-4E7E-A019-0B6D543B9146}" dt="2019-10-02T22:09:44.881" v="2930" actId="1076"/>
      <pc:docMkLst>
        <pc:docMk/>
      </pc:docMkLst>
      <pc:sldChg chg="addSp delSp modSp">
        <pc:chgData name="Jerome Hittle" userId="e19a84f4-ec03-414a-9c55-8d84dfc90b9d" providerId="ADAL" clId="{00E0A0E4-8E63-4E7E-A019-0B6D543B9146}" dt="2019-10-02T22:02:00.102" v="2858" actId="6549"/>
        <pc:sldMkLst>
          <pc:docMk/>
          <pc:sldMk cId="3596533743" sldId="256"/>
        </pc:sldMkLst>
        <pc:spChg chg="add mod">
          <ac:chgData name="Jerome Hittle" userId="e19a84f4-ec03-414a-9c55-8d84dfc90b9d" providerId="ADAL" clId="{00E0A0E4-8E63-4E7E-A019-0B6D543B9146}" dt="2019-10-02T20:52:23.053" v="836" actId="1076"/>
          <ac:spMkLst>
            <pc:docMk/>
            <pc:sldMk cId="3596533743" sldId="256"/>
            <ac:spMk id="3" creationId="{63F2D0F7-BC8F-44A8-8366-644718F9CD82}"/>
          </ac:spMkLst>
        </pc:spChg>
        <pc:spChg chg="mod">
          <ac:chgData name="Jerome Hittle" userId="e19a84f4-ec03-414a-9c55-8d84dfc90b9d" providerId="ADAL" clId="{00E0A0E4-8E63-4E7E-A019-0B6D543B9146}" dt="2019-10-02T22:02:00.102" v="2858" actId="6549"/>
          <ac:spMkLst>
            <pc:docMk/>
            <pc:sldMk cId="3596533743" sldId="256"/>
            <ac:spMk id="4" creationId="{C04A5D94-D57A-4E3D-9B89-8FC3FE4EC368}"/>
          </ac:spMkLst>
        </pc:spChg>
        <pc:spChg chg="add del mod">
          <ac:chgData name="Jerome Hittle" userId="e19a84f4-ec03-414a-9c55-8d84dfc90b9d" providerId="ADAL" clId="{00E0A0E4-8E63-4E7E-A019-0B6D543B9146}" dt="2019-10-02T20:52:10.978" v="819" actId="478"/>
          <ac:spMkLst>
            <pc:docMk/>
            <pc:sldMk cId="3596533743" sldId="256"/>
            <ac:spMk id="5" creationId="{2DDC8AF9-D059-47B7-83F6-E1159AFF5275}"/>
          </ac:spMkLst>
        </pc:spChg>
      </pc:sldChg>
      <pc:sldChg chg="modSp">
        <pc:chgData name="Jerome Hittle" userId="e19a84f4-ec03-414a-9c55-8d84dfc90b9d" providerId="ADAL" clId="{00E0A0E4-8E63-4E7E-A019-0B6D543B9146}" dt="2019-10-02T21:15:59.335" v="2268" actId="20577"/>
        <pc:sldMkLst>
          <pc:docMk/>
          <pc:sldMk cId="1100498715" sldId="257"/>
        </pc:sldMkLst>
        <pc:spChg chg="mod">
          <ac:chgData name="Jerome Hittle" userId="e19a84f4-ec03-414a-9c55-8d84dfc90b9d" providerId="ADAL" clId="{00E0A0E4-8E63-4E7E-A019-0B6D543B9146}" dt="2019-10-02T21:15:59.335" v="2268" actId="20577"/>
          <ac:spMkLst>
            <pc:docMk/>
            <pc:sldMk cId="1100498715" sldId="257"/>
            <ac:spMk id="12" creationId="{CFB99C8C-9916-46E5-BABE-38A709CB543E}"/>
          </ac:spMkLst>
        </pc:spChg>
      </pc:sldChg>
      <pc:sldChg chg="del">
        <pc:chgData name="Jerome Hittle" userId="e19a84f4-ec03-414a-9c55-8d84dfc90b9d" providerId="ADAL" clId="{00E0A0E4-8E63-4E7E-A019-0B6D543B9146}" dt="2019-10-02T22:03:48.197" v="2859" actId="2696"/>
        <pc:sldMkLst>
          <pc:docMk/>
          <pc:sldMk cId="3662250573" sldId="258"/>
        </pc:sldMkLst>
      </pc:sldChg>
      <pc:sldChg chg="modSp">
        <pc:chgData name="Jerome Hittle" userId="e19a84f4-ec03-414a-9c55-8d84dfc90b9d" providerId="ADAL" clId="{00E0A0E4-8E63-4E7E-A019-0B6D543B9146}" dt="2019-10-02T20:57:01.210" v="910" actId="313"/>
        <pc:sldMkLst>
          <pc:docMk/>
          <pc:sldMk cId="1714904028" sldId="259"/>
        </pc:sldMkLst>
        <pc:spChg chg="mod">
          <ac:chgData name="Jerome Hittle" userId="e19a84f4-ec03-414a-9c55-8d84dfc90b9d" providerId="ADAL" clId="{00E0A0E4-8E63-4E7E-A019-0B6D543B9146}" dt="2019-10-02T20:57:01.210" v="910" actId="313"/>
          <ac:spMkLst>
            <pc:docMk/>
            <pc:sldMk cId="1714904028" sldId="259"/>
            <ac:spMk id="2" creationId="{5FDB2347-E80A-4AF3-8590-C475155610A8}"/>
          </ac:spMkLst>
        </pc:spChg>
      </pc:sldChg>
      <pc:sldChg chg="addSp modSp">
        <pc:chgData name="Jerome Hittle" userId="e19a84f4-ec03-414a-9c55-8d84dfc90b9d" providerId="ADAL" clId="{00E0A0E4-8E63-4E7E-A019-0B6D543B9146}" dt="2019-10-02T22:09:44.881" v="2930" actId="1076"/>
        <pc:sldMkLst>
          <pc:docMk/>
          <pc:sldMk cId="2492065862" sldId="260"/>
        </pc:sldMkLst>
        <pc:spChg chg="mod">
          <ac:chgData name="Jerome Hittle" userId="e19a84f4-ec03-414a-9c55-8d84dfc90b9d" providerId="ADAL" clId="{00E0A0E4-8E63-4E7E-A019-0B6D543B9146}" dt="2019-10-02T21:59:29.157" v="2783" actId="20577"/>
          <ac:spMkLst>
            <pc:docMk/>
            <pc:sldMk cId="2492065862" sldId="260"/>
            <ac:spMk id="3" creationId="{CE4CADAD-E14E-495A-9D9F-BFAD24856864}"/>
          </ac:spMkLst>
        </pc:spChg>
        <pc:spChg chg="add mod">
          <ac:chgData name="Jerome Hittle" userId="e19a84f4-ec03-414a-9c55-8d84dfc90b9d" providerId="ADAL" clId="{00E0A0E4-8E63-4E7E-A019-0B6D543B9146}" dt="2019-10-02T22:05:33.204" v="2870" actId="20577"/>
          <ac:spMkLst>
            <pc:docMk/>
            <pc:sldMk cId="2492065862" sldId="260"/>
            <ac:spMk id="4" creationId="{5681E15A-0E5D-48E5-8807-84B9EF603CF9}"/>
          </ac:spMkLst>
        </pc:spChg>
        <pc:spChg chg="add mod">
          <ac:chgData name="Jerome Hittle" userId="e19a84f4-ec03-414a-9c55-8d84dfc90b9d" providerId="ADAL" clId="{00E0A0E4-8E63-4E7E-A019-0B6D543B9146}" dt="2019-10-02T22:09:44.881" v="2930" actId="1076"/>
          <ac:spMkLst>
            <pc:docMk/>
            <pc:sldMk cId="2492065862" sldId="260"/>
            <ac:spMk id="5" creationId="{1FE11183-8DD5-4682-A9C3-8CAB5098E6CA}"/>
          </ac:spMkLst>
        </pc:spChg>
      </pc:sldChg>
      <pc:sldChg chg="modSp add">
        <pc:chgData name="Jerome Hittle" userId="e19a84f4-ec03-414a-9c55-8d84dfc90b9d" providerId="ADAL" clId="{00E0A0E4-8E63-4E7E-A019-0B6D543B9146}" dt="2019-10-02T20:51:43.912" v="816" actId="20577"/>
        <pc:sldMkLst>
          <pc:docMk/>
          <pc:sldMk cId="3579245421" sldId="261"/>
        </pc:sldMkLst>
        <pc:spChg chg="mod">
          <ac:chgData name="Jerome Hittle" userId="e19a84f4-ec03-414a-9c55-8d84dfc90b9d" providerId="ADAL" clId="{00E0A0E4-8E63-4E7E-A019-0B6D543B9146}" dt="2019-10-02T20:51:43.912" v="816" actId="20577"/>
          <ac:spMkLst>
            <pc:docMk/>
            <pc:sldMk cId="3579245421" sldId="261"/>
            <ac:spMk id="2" creationId="{CCA54C77-D52C-466B-ABD7-487D30A7E2FE}"/>
          </ac:spMkLst>
        </pc:spChg>
        <pc:spChg chg="mod">
          <ac:chgData name="Jerome Hittle" userId="e19a84f4-ec03-414a-9c55-8d84dfc90b9d" providerId="ADAL" clId="{00E0A0E4-8E63-4E7E-A019-0B6D543B9146}" dt="2019-10-02T20:50:56.450" v="798" actId="1076"/>
          <ac:spMkLst>
            <pc:docMk/>
            <pc:sldMk cId="3579245421" sldId="261"/>
            <ac:spMk id="3" creationId="{AD74ABEA-DEE3-4B81-B586-0B066E55EA3D}"/>
          </ac:spMkLst>
        </pc:spChg>
      </pc:sldChg>
    </pc:docChg>
  </pc:docChgLst>
  <pc:docChgLst>
    <pc:chgData name="Jerome Hittle" userId="e19a84f4-ec03-414a-9c55-8d84dfc90b9d" providerId="ADAL" clId="{25E44519-7697-46C5-9626-771278B17106}"/>
    <pc:docChg chg="addSld delSld modSld sldOrd">
      <pc:chgData name="Jerome Hittle" userId="e19a84f4-ec03-414a-9c55-8d84dfc90b9d" providerId="ADAL" clId="{25E44519-7697-46C5-9626-771278B17106}" dt="2019-10-04T00:06:55.887" v="25" actId="2696"/>
      <pc:docMkLst>
        <pc:docMk/>
      </pc:docMkLst>
      <pc:sldChg chg="ord">
        <pc:chgData name="Jerome Hittle" userId="e19a84f4-ec03-414a-9c55-8d84dfc90b9d" providerId="ADAL" clId="{25E44519-7697-46C5-9626-771278B17106}" dt="2019-10-02T22:18:38.475" v="22"/>
        <pc:sldMkLst>
          <pc:docMk/>
          <pc:sldMk cId="1100498715" sldId="257"/>
        </pc:sldMkLst>
      </pc:sldChg>
      <pc:sldChg chg="ord">
        <pc:chgData name="Jerome Hittle" userId="e19a84f4-ec03-414a-9c55-8d84dfc90b9d" providerId="ADAL" clId="{25E44519-7697-46C5-9626-771278B17106}" dt="2019-10-02T22:18:33.529" v="21"/>
        <pc:sldMkLst>
          <pc:docMk/>
          <pc:sldMk cId="1714904028" sldId="259"/>
        </pc:sldMkLst>
      </pc:sldChg>
      <pc:sldChg chg="ord">
        <pc:chgData name="Jerome Hittle" userId="e19a84f4-ec03-414a-9c55-8d84dfc90b9d" providerId="ADAL" clId="{25E44519-7697-46C5-9626-771278B17106}" dt="2019-10-02T22:18:29.934" v="20"/>
        <pc:sldMkLst>
          <pc:docMk/>
          <pc:sldMk cId="2492065862" sldId="260"/>
        </pc:sldMkLst>
      </pc:sldChg>
      <pc:sldChg chg="modSp add del">
        <pc:chgData name="Jerome Hittle" userId="e19a84f4-ec03-414a-9c55-8d84dfc90b9d" providerId="ADAL" clId="{25E44519-7697-46C5-9626-771278B17106}" dt="2019-10-04T00:06:52.307" v="24" actId="2696"/>
        <pc:sldMkLst>
          <pc:docMk/>
          <pc:sldMk cId="3491574031" sldId="262"/>
        </pc:sldMkLst>
        <pc:spChg chg="mod">
          <ac:chgData name="Jerome Hittle" userId="e19a84f4-ec03-414a-9c55-8d84dfc90b9d" providerId="ADAL" clId="{25E44519-7697-46C5-9626-771278B17106}" dt="2019-10-02T22:17:33.355" v="19" actId="14100"/>
          <ac:spMkLst>
            <pc:docMk/>
            <pc:sldMk cId="3491574031" sldId="262"/>
            <ac:spMk id="2" creationId="{6E8274FD-4C90-4963-9F36-DAA7D4D4ED58}"/>
          </ac:spMkLst>
        </pc:spChg>
      </pc:sldChg>
      <pc:sldChg chg="add del">
        <pc:chgData name="Jerome Hittle" userId="e19a84f4-ec03-414a-9c55-8d84dfc90b9d" providerId="ADAL" clId="{25E44519-7697-46C5-9626-771278B17106}" dt="2019-10-04T00:06:55.887" v="25" actId="2696"/>
        <pc:sldMkLst>
          <pc:docMk/>
          <pc:sldMk cId="2525218784" sldId="263"/>
        </pc:sldMkLst>
      </pc:sldChg>
    </pc:docChg>
  </pc:docChgLst>
  <pc:docChgLst>
    <pc:chgData name="Jerome Hittle" userId="e19a84f4-ec03-414a-9c55-8d84dfc90b9d" providerId="ADAL" clId="{0149E9E8-194F-43BE-94B8-E097CB51E8B7}"/>
    <pc:docChg chg="undo custSel modSld">
      <pc:chgData name="Jerome Hittle" userId="e19a84f4-ec03-414a-9c55-8d84dfc90b9d" providerId="ADAL" clId="{0149E9E8-194F-43BE-94B8-E097CB51E8B7}" dt="2019-10-20T19:03:36.955" v="280" actId="20577"/>
      <pc:docMkLst>
        <pc:docMk/>
      </pc:docMkLst>
      <pc:sldChg chg="modSp">
        <pc:chgData name="Jerome Hittle" userId="e19a84f4-ec03-414a-9c55-8d84dfc90b9d" providerId="ADAL" clId="{0149E9E8-194F-43BE-94B8-E097CB51E8B7}" dt="2019-10-20T17:54:41.318" v="76" actId="20577"/>
        <pc:sldMkLst>
          <pc:docMk/>
          <pc:sldMk cId="1100498715" sldId="257"/>
        </pc:sldMkLst>
        <pc:spChg chg="mod">
          <ac:chgData name="Jerome Hittle" userId="e19a84f4-ec03-414a-9c55-8d84dfc90b9d" providerId="ADAL" clId="{0149E9E8-194F-43BE-94B8-E097CB51E8B7}" dt="2019-10-20T17:54:41.318" v="76" actId="20577"/>
          <ac:spMkLst>
            <pc:docMk/>
            <pc:sldMk cId="1100498715" sldId="257"/>
            <ac:spMk id="12" creationId="{CFB99C8C-9916-46E5-BABE-38A709CB543E}"/>
          </ac:spMkLst>
        </pc:spChg>
      </pc:sldChg>
      <pc:sldChg chg="addSp delSp modSp">
        <pc:chgData name="Jerome Hittle" userId="e19a84f4-ec03-414a-9c55-8d84dfc90b9d" providerId="ADAL" clId="{0149E9E8-194F-43BE-94B8-E097CB51E8B7}" dt="2019-10-20T19:03:36.955" v="280" actId="20577"/>
        <pc:sldMkLst>
          <pc:docMk/>
          <pc:sldMk cId="1714904028" sldId="259"/>
        </pc:sldMkLst>
        <pc:spChg chg="mod">
          <ac:chgData name="Jerome Hittle" userId="e19a84f4-ec03-414a-9c55-8d84dfc90b9d" providerId="ADAL" clId="{0149E9E8-194F-43BE-94B8-E097CB51E8B7}" dt="2019-10-20T18:43:32.144" v="172" actId="1076"/>
          <ac:spMkLst>
            <pc:docMk/>
            <pc:sldMk cId="1714904028" sldId="259"/>
            <ac:spMk id="2" creationId="{5FDB2347-E80A-4AF3-8590-C475155610A8}"/>
          </ac:spMkLst>
        </pc:spChg>
        <pc:spChg chg="mod">
          <ac:chgData name="Jerome Hittle" userId="e19a84f4-ec03-414a-9c55-8d84dfc90b9d" providerId="ADAL" clId="{0149E9E8-194F-43BE-94B8-E097CB51E8B7}" dt="2019-10-20T19:03:29.044" v="260" actId="14100"/>
          <ac:spMkLst>
            <pc:docMk/>
            <pc:sldMk cId="1714904028" sldId="259"/>
            <ac:spMk id="7" creationId="{FBA7E4BA-4628-4A04-B8F1-6B9D59F8FEF6}"/>
          </ac:spMkLst>
        </pc:spChg>
        <pc:spChg chg="mod">
          <ac:chgData name="Jerome Hittle" userId="e19a84f4-ec03-414a-9c55-8d84dfc90b9d" providerId="ADAL" clId="{0149E9E8-194F-43BE-94B8-E097CB51E8B7}" dt="2019-10-20T18:56:04.144" v="210" actId="14100"/>
          <ac:spMkLst>
            <pc:docMk/>
            <pc:sldMk cId="1714904028" sldId="259"/>
            <ac:spMk id="8" creationId="{34FE8854-AA52-4883-8589-2B42A6C8579A}"/>
          </ac:spMkLst>
        </pc:spChg>
        <pc:spChg chg="del mod">
          <ac:chgData name="Jerome Hittle" userId="e19a84f4-ec03-414a-9c55-8d84dfc90b9d" providerId="ADAL" clId="{0149E9E8-194F-43BE-94B8-E097CB51E8B7}" dt="2019-10-20T18:15:23.518" v="96" actId="478"/>
          <ac:spMkLst>
            <pc:docMk/>
            <pc:sldMk cId="1714904028" sldId="259"/>
            <ac:spMk id="9" creationId="{C03C61C9-9AB9-4592-97D2-5BD22B61B87C}"/>
          </ac:spMkLst>
        </pc:spChg>
        <pc:spChg chg="mod">
          <ac:chgData name="Jerome Hittle" userId="e19a84f4-ec03-414a-9c55-8d84dfc90b9d" providerId="ADAL" clId="{0149E9E8-194F-43BE-94B8-E097CB51E8B7}" dt="2019-10-20T19:01:29.313" v="246" actId="164"/>
          <ac:spMkLst>
            <pc:docMk/>
            <pc:sldMk cId="1714904028" sldId="259"/>
            <ac:spMk id="10" creationId="{44814F51-51DC-4F84-8031-332B13867FE7}"/>
          </ac:spMkLst>
        </pc:spChg>
        <pc:spChg chg="mod">
          <ac:chgData name="Jerome Hittle" userId="e19a84f4-ec03-414a-9c55-8d84dfc90b9d" providerId="ADAL" clId="{0149E9E8-194F-43BE-94B8-E097CB51E8B7}" dt="2019-10-20T19:03:36.955" v="280" actId="20577"/>
          <ac:spMkLst>
            <pc:docMk/>
            <pc:sldMk cId="1714904028" sldId="259"/>
            <ac:spMk id="11" creationId="{81993169-22E2-4293-8164-46A3C69BFF5E}"/>
          </ac:spMkLst>
        </pc:spChg>
        <pc:spChg chg="mod">
          <ac:chgData name="Jerome Hittle" userId="e19a84f4-ec03-414a-9c55-8d84dfc90b9d" providerId="ADAL" clId="{0149E9E8-194F-43BE-94B8-E097CB51E8B7}" dt="2019-10-20T19:03:07.200" v="257" actId="1076"/>
          <ac:spMkLst>
            <pc:docMk/>
            <pc:sldMk cId="1714904028" sldId="259"/>
            <ac:spMk id="12" creationId="{FBE1A9D2-2B1F-4EB7-8084-452D68A68090}"/>
          </ac:spMkLst>
        </pc:spChg>
        <pc:spChg chg="mod">
          <ac:chgData name="Jerome Hittle" userId="e19a84f4-ec03-414a-9c55-8d84dfc90b9d" providerId="ADAL" clId="{0149E9E8-194F-43BE-94B8-E097CB51E8B7}" dt="2019-10-20T19:01:29.313" v="246" actId="164"/>
          <ac:spMkLst>
            <pc:docMk/>
            <pc:sldMk cId="1714904028" sldId="259"/>
            <ac:spMk id="13" creationId="{347E1728-4721-4FD3-BB48-78D81C21A005}"/>
          </ac:spMkLst>
        </pc:spChg>
        <pc:spChg chg="mod">
          <ac:chgData name="Jerome Hittle" userId="e19a84f4-ec03-414a-9c55-8d84dfc90b9d" providerId="ADAL" clId="{0149E9E8-194F-43BE-94B8-E097CB51E8B7}" dt="2019-10-20T19:01:29.313" v="246" actId="164"/>
          <ac:spMkLst>
            <pc:docMk/>
            <pc:sldMk cId="1714904028" sldId="259"/>
            <ac:spMk id="22" creationId="{6FAB9345-631A-4ED4-94FF-30B95921D0CD}"/>
          </ac:spMkLst>
        </pc:spChg>
        <pc:spChg chg="mod">
          <ac:chgData name="Jerome Hittle" userId="e19a84f4-ec03-414a-9c55-8d84dfc90b9d" providerId="ADAL" clId="{0149E9E8-194F-43BE-94B8-E097CB51E8B7}" dt="2019-10-20T18:23:02.512" v="126" actId="164"/>
          <ac:spMkLst>
            <pc:docMk/>
            <pc:sldMk cId="1714904028" sldId="259"/>
            <ac:spMk id="45" creationId="{6DEF1DF2-C929-47C4-9148-FEDC0DBCD737}"/>
          </ac:spMkLst>
        </pc:spChg>
        <pc:spChg chg="mod">
          <ac:chgData name="Jerome Hittle" userId="e19a84f4-ec03-414a-9c55-8d84dfc90b9d" providerId="ADAL" clId="{0149E9E8-194F-43BE-94B8-E097CB51E8B7}" dt="2019-10-20T19:01:41.798" v="249" actId="1076"/>
          <ac:spMkLst>
            <pc:docMk/>
            <pc:sldMk cId="1714904028" sldId="259"/>
            <ac:spMk id="59" creationId="{CFFB68FF-D23F-48EF-85AC-C7E805001659}"/>
          </ac:spMkLst>
        </pc:spChg>
        <pc:spChg chg="del mod">
          <ac:chgData name="Jerome Hittle" userId="e19a84f4-ec03-414a-9c55-8d84dfc90b9d" providerId="ADAL" clId="{0149E9E8-194F-43BE-94B8-E097CB51E8B7}" dt="2019-10-20T18:22:42.735" v="121" actId="478"/>
          <ac:spMkLst>
            <pc:docMk/>
            <pc:sldMk cId="1714904028" sldId="259"/>
            <ac:spMk id="60" creationId="{4DE5EDAE-27DF-4946-BF08-BAC6F5CB1F71}"/>
          </ac:spMkLst>
        </pc:spChg>
        <pc:spChg chg="del">
          <ac:chgData name="Jerome Hittle" userId="e19a84f4-ec03-414a-9c55-8d84dfc90b9d" providerId="ADAL" clId="{0149E9E8-194F-43BE-94B8-E097CB51E8B7}" dt="2019-10-20T18:22:45.421" v="122" actId="478"/>
          <ac:spMkLst>
            <pc:docMk/>
            <pc:sldMk cId="1714904028" sldId="259"/>
            <ac:spMk id="63" creationId="{0D8D13B8-F684-4638-A93E-C33B70D8059D}"/>
          </ac:spMkLst>
        </pc:spChg>
        <pc:spChg chg="add mod">
          <ac:chgData name="Jerome Hittle" userId="e19a84f4-ec03-414a-9c55-8d84dfc90b9d" providerId="ADAL" clId="{0149E9E8-194F-43BE-94B8-E097CB51E8B7}" dt="2019-10-20T19:00:50.228" v="237" actId="1076"/>
          <ac:spMkLst>
            <pc:docMk/>
            <pc:sldMk cId="1714904028" sldId="259"/>
            <ac:spMk id="68" creationId="{E106460B-A682-4B95-A419-2E836CC7F89E}"/>
          </ac:spMkLst>
        </pc:spChg>
        <pc:spChg chg="add mod">
          <ac:chgData name="Jerome Hittle" userId="e19a84f4-ec03-414a-9c55-8d84dfc90b9d" providerId="ADAL" clId="{0149E9E8-194F-43BE-94B8-E097CB51E8B7}" dt="2019-10-20T19:00:50.228" v="237" actId="1076"/>
          <ac:spMkLst>
            <pc:docMk/>
            <pc:sldMk cId="1714904028" sldId="259"/>
            <ac:spMk id="69" creationId="{72360B90-0FBF-4849-AD91-1E5D65B86283}"/>
          </ac:spMkLst>
        </pc:spChg>
        <pc:spChg chg="add mod">
          <ac:chgData name="Jerome Hittle" userId="e19a84f4-ec03-414a-9c55-8d84dfc90b9d" providerId="ADAL" clId="{0149E9E8-194F-43BE-94B8-E097CB51E8B7}" dt="2019-10-20T19:03:10.683" v="258" actId="1076"/>
          <ac:spMkLst>
            <pc:docMk/>
            <pc:sldMk cId="1714904028" sldId="259"/>
            <ac:spMk id="93" creationId="{B402D0C0-C290-4F07-BB5A-31AEB26828D1}"/>
          </ac:spMkLst>
        </pc:spChg>
        <pc:grpChg chg="add mod">
          <ac:chgData name="Jerome Hittle" userId="e19a84f4-ec03-414a-9c55-8d84dfc90b9d" providerId="ADAL" clId="{0149E9E8-194F-43BE-94B8-E097CB51E8B7}" dt="2019-10-20T18:46:00.333" v="201" actId="14100"/>
          <ac:grpSpMkLst>
            <pc:docMk/>
            <pc:sldMk cId="1714904028" sldId="259"/>
            <ac:grpSpMk id="55" creationId="{DA85F383-CD06-4AF3-B1D4-20F8AE48A004}"/>
          </ac:grpSpMkLst>
        </pc:grpChg>
        <pc:grpChg chg="add mod">
          <ac:chgData name="Jerome Hittle" userId="e19a84f4-ec03-414a-9c55-8d84dfc90b9d" providerId="ADAL" clId="{0149E9E8-194F-43BE-94B8-E097CB51E8B7}" dt="2019-10-20T19:01:35.264" v="248" actId="14100"/>
          <ac:grpSpMkLst>
            <pc:docMk/>
            <pc:sldMk cId="1714904028" sldId="259"/>
            <ac:grpSpMk id="96" creationId="{218BBC75-A2EA-43D1-9265-A600F8660ED6}"/>
          </ac:grpSpMkLst>
        </pc:grpChg>
        <pc:picChg chg="mod">
          <ac:chgData name="Jerome Hittle" userId="e19a84f4-ec03-414a-9c55-8d84dfc90b9d" providerId="ADAL" clId="{0149E9E8-194F-43BE-94B8-E097CB51E8B7}" dt="2019-10-20T18:56:09.778" v="211" actId="1076"/>
          <ac:picMkLst>
            <pc:docMk/>
            <pc:sldMk cId="1714904028" sldId="259"/>
            <ac:picMk id="4" creationId="{0B41D865-E852-451D-9A9A-12D5D05C02F0}"/>
          </ac:picMkLst>
        </pc:picChg>
        <pc:picChg chg="add mod">
          <ac:chgData name="Jerome Hittle" userId="e19a84f4-ec03-414a-9c55-8d84dfc90b9d" providerId="ADAL" clId="{0149E9E8-194F-43BE-94B8-E097CB51E8B7}" dt="2019-10-20T19:01:52.860" v="252" actId="14100"/>
          <ac:picMkLst>
            <pc:docMk/>
            <pc:sldMk cId="1714904028" sldId="259"/>
            <ac:picMk id="70" creationId="{6A85F13A-A3DA-46CD-A65A-89AD578A97E7}"/>
          </ac:picMkLst>
        </pc:picChg>
        <pc:picChg chg="add mod">
          <ac:chgData name="Jerome Hittle" userId="e19a84f4-ec03-414a-9c55-8d84dfc90b9d" providerId="ADAL" clId="{0149E9E8-194F-43BE-94B8-E097CB51E8B7}" dt="2019-10-20T18:57:06.970" v="222" actId="1037"/>
          <ac:picMkLst>
            <pc:docMk/>
            <pc:sldMk cId="1714904028" sldId="259"/>
            <ac:picMk id="71" creationId="{700B8E93-2806-4409-9886-0DD42492645F}"/>
          </ac:picMkLst>
        </pc:picChg>
        <pc:picChg chg="add mod">
          <ac:chgData name="Jerome Hittle" userId="e19a84f4-ec03-414a-9c55-8d84dfc90b9d" providerId="ADAL" clId="{0149E9E8-194F-43BE-94B8-E097CB51E8B7}" dt="2019-10-20T18:47:33.247" v="206" actId="1076"/>
          <ac:picMkLst>
            <pc:docMk/>
            <pc:sldMk cId="1714904028" sldId="259"/>
            <ac:picMk id="88" creationId="{1E029685-0B53-4AD9-A274-72E945BAC4B0}"/>
          </ac:picMkLst>
        </pc:picChg>
        <pc:cxnChg chg="mod">
          <ac:chgData name="Jerome Hittle" userId="e19a84f4-ec03-414a-9c55-8d84dfc90b9d" providerId="ADAL" clId="{0149E9E8-194F-43BE-94B8-E097CB51E8B7}" dt="2019-10-20T19:01:29.313" v="246" actId="164"/>
          <ac:cxnSpMkLst>
            <pc:docMk/>
            <pc:sldMk cId="1714904028" sldId="259"/>
            <ac:cxnSpMk id="15" creationId="{C3E442AC-ED26-4D8D-976B-A223CA1BEC97}"/>
          </ac:cxnSpMkLst>
        </pc:cxnChg>
        <pc:cxnChg chg="mod">
          <ac:chgData name="Jerome Hittle" userId="e19a84f4-ec03-414a-9c55-8d84dfc90b9d" providerId="ADAL" clId="{0149E9E8-194F-43BE-94B8-E097CB51E8B7}" dt="2019-10-20T19:01:35.264" v="248" actId="14100"/>
          <ac:cxnSpMkLst>
            <pc:docMk/>
            <pc:sldMk cId="1714904028" sldId="259"/>
            <ac:cxnSpMk id="19" creationId="{81A17E71-7F01-4C11-8097-C9F8F27A58E9}"/>
          </ac:cxnSpMkLst>
        </pc:cxnChg>
        <pc:cxnChg chg="mod">
          <ac:chgData name="Jerome Hittle" userId="e19a84f4-ec03-414a-9c55-8d84dfc90b9d" providerId="ADAL" clId="{0149E9E8-194F-43BE-94B8-E097CB51E8B7}" dt="2019-10-20T19:01:29.313" v="246" actId="164"/>
          <ac:cxnSpMkLst>
            <pc:docMk/>
            <pc:sldMk cId="1714904028" sldId="259"/>
            <ac:cxnSpMk id="26" creationId="{A416D895-5D6C-47B5-8F13-9D341FB410A2}"/>
          </ac:cxnSpMkLst>
        </pc:cxnChg>
        <pc:cxnChg chg="del mod">
          <ac:chgData name="Jerome Hittle" userId="e19a84f4-ec03-414a-9c55-8d84dfc90b9d" providerId="ADAL" clId="{0149E9E8-194F-43BE-94B8-E097CB51E8B7}" dt="2019-10-20T18:15:25.095" v="98" actId="478"/>
          <ac:cxnSpMkLst>
            <pc:docMk/>
            <pc:sldMk cId="1714904028" sldId="259"/>
            <ac:cxnSpMk id="29" creationId="{415017F9-77BF-43C8-8C6F-AD6B252302FE}"/>
          </ac:cxnSpMkLst>
        </pc:cxnChg>
        <pc:cxnChg chg="mod">
          <ac:chgData name="Jerome Hittle" userId="e19a84f4-ec03-414a-9c55-8d84dfc90b9d" providerId="ADAL" clId="{0149E9E8-194F-43BE-94B8-E097CB51E8B7}" dt="2019-10-20T18:23:02.512" v="126" actId="164"/>
          <ac:cxnSpMkLst>
            <pc:docMk/>
            <pc:sldMk cId="1714904028" sldId="259"/>
            <ac:cxnSpMk id="33" creationId="{3E8596DE-0B75-4E3A-AF2F-F911AB22BE24}"/>
          </ac:cxnSpMkLst>
        </pc:cxnChg>
        <pc:cxnChg chg="mod">
          <ac:chgData name="Jerome Hittle" userId="e19a84f4-ec03-414a-9c55-8d84dfc90b9d" providerId="ADAL" clId="{0149E9E8-194F-43BE-94B8-E097CB51E8B7}" dt="2019-10-20T18:23:02.512" v="126" actId="164"/>
          <ac:cxnSpMkLst>
            <pc:docMk/>
            <pc:sldMk cId="1714904028" sldId="259"/>
            <ac:cxnSpMk id="35" creationId="{7CD6AD13-69D0-4403-B48B-D5A03F5A5624}"/>
          </ac:cxnSpMkLst>
        </pc:cxnChg>
        <pc:cxnChg chg="mod">
          <ac:chgData name="Jerome Hittle" userId="e19a84f4-ec03-414a-9c55-8d84dfc90b9d" providerId="ADAL" clId="{0149E9E8-194F-43BE-94B8-E097CB51E8B7}" dt="2019-10-20T18:23:02.512" v="126" actId="164"/>
          <ac:cxnSpMkLst>
            <pc:docMk/>
            <pc:sldMk cId="1714904028" sldId="259"/>
            <ac:cxnSpMk id="36" creationId="{66C759FF-C736-4C0E-8B2E-D865C7B8F5BF}"/>
          </ac:cxnSpMkLst>
        </pc:cxnChg>
        <pc:cxnChg chg="mod">
          <ac:chgData name="Jerome Hittle" userId="e19a84f4-ec03-414a-9c55-8d84dfc90b9d" providerId="ADAL" clId="{0149E9E8-194F-43BE-94B8-E097CB51E8B7}" dt="2019-10-20T18:23:02.512" v="126" actId="164"/>
          <ac:cxnSpMkLst>
            <pc:docMk/>
            <pc:sldMk cId="1714904028" sldId="259"/>
            <ac:cxnSpMk id="38" creationId="{84852C1F-61BD-483B-B218-1F863F533A46}"/>
          </ac:cxnSpMkLst>
        </pc:cxnChg>
        <pc:cxnChg chg="mod">
          <ac:chgData name="Jerome Hittle" userId="e19a84f4-ec03-414a-9c55-8d84dfc90b9d" providerId="ADAL" clId="{0149E9E8-194F-43BE-94B8-E097CB51E8B7}" dt="2019-10-20T18:45:56.655" v="200" actId="14100"/>
          <ac:cxnSpMkLst>
            <pc:docMk/>
            <pc:sldMk cId="1714904028" sldId="259"/>
            <ac:cxnSpMk id="40" creationId="{663DD483-8BF2-47D7-9E8A-337479625316}"/>
          </ac:cxnSpMkLst>
        </pc:cxnChg>
        <pc:cxnChg chg="mod">
          <ac:chgData name="Jerome Hittle" userId="e19a84f4-ec03-414a-9c55-8d84dfc90b9d" providerId="ADAL" clId="{0149E9E8-194F-43BE-94B8-E097CB51E8B7}" dt="2019-10-20T18:23:02.512" v="126" actId="164"/>
          <ac:cxnSpMkLst>
            <pc:docMk/>
            <pc:sldMk cId="1714904028" sldId="259"/>
            <ac:cxnSpMk id="43" creationId="{C3A01E0B-21B2-4623-B6BA-B0B02873DEFC}"/>
          </ac:cxnSpMkLst>
        </pc:cxnChg>
        <pc:cxnChg chg="mod">
          <ac:chgData name="Jerome Hittle" userId="e19a84f4-ec03-414a-9c55-8d84dfc90b9d" providerId="ADAL" clId="{0149E9E8-194F-43BE-94B8-E097CB51E8B7}" dt="2019-10-20T18:23:02.512" v="126" actId="164"/>
          <ac:cxnSpMkLst>
            <pc:docMk/>
            <pc:sldMk cId="1714904028" sldId="259"/>
            <ac:cxnSpMk id="46" creationId="{6F1E6B3F-C0C9-48EE-82DF-23C0BFDBBB56}"/>
          </ac:cxnSpMkLst>
        </pc:cxnChg>
        <pc:cxnChg chg="mod">
          <ac:chgData name="Jerome Hittle" userId="e19a84f4-ec03-414a-9c55-8d84dfc90b9d" providerId="ADAL" clId="{0149E9E8-194F-43BE-94B8-E097CB51E8B7}" dt="2019-10-20T19:02:34.349" v="255" actId="14100"/>
          <ac:cxnSpMkLst>
            <pc:docMk/>
            <pc:sldMk cId="1714904028" sldId="259"/>
            <ac:cxnSpMk id="48" creationId="{7B143C6E-3DCD-4E4B-B8E5-5D6E2F369C7F}"/>
          </ac:cxnSpMkLst>
        </pc:cxnChg>
        <pc:cxnChg chg="add del mod">
          <ac:chgData name="Jerome Hittle" userId="e19a84f4-ec03-414a-9c55-8d84dfc90b9d" providerId="ADAL" clId="{0149E9E8-194F-43BE-94B8-E097CB51E8B7}" dt="2019-10-20T19:03:03.081" v="256" actId="14100"/>
          <ac:cxnSpMkLst>
            <pc:docMk/>
            <pc:sldMk cId="1714904028" sldId="259"/>
            <ac:cxnSpMk id="49" creationId="{5F483FB2-FD7B-4A2A-ABF4-35EAADF96371}"/>
          </ac:cxnSpMkLst>
        </pc:cxnChg>
        <pc:cxnChg chg="mod">
          <ac:chgData name="Jerome Hittle" userId="e19a84f4-ec03-414a-9c55-8d84dfc90b9d" providerId="ADAL" clId="{0149E9E8-194F-43BE-94B8-E097CB51E8B7}" dt="2019-10-20T19:01:47.803" v="251" actId="14100"/>
          <ac:cxnSpMkLst>
            <pc:docMk/>
            <pc:sldMk cId="1714904028" sldId="259"/>
            <ac:cxnSpMk id="53" creationId="{95834A4D-463F-486E-A9D3-32946AEB0257}"/>
          </ac:cxnSpMkLst>
        </pc:cxnChg>
        <pc:cxnChg chg="mod">
          <ac:chgData name="Jerome Hittle" userId="e19a84f4-ec03-414a-9c55-8d84dfc90b9d" providerId="ADAL" clId="{0149E9E8-194F-43BE-94B8-E097CB51E8B7}" dt="2019-10-20T18:56:12.814" v="212" actId="14100"/>
          <ac:cxnSpMkLst>
            <pc:docMk/>
            <pc:sldMk cId="1714904028" sldId="259"/>
            <ac:cxnSpMk id="58" creationId="{7E62548C-800F-4EE1-8EEB-B49092C10E81}"/>
          </ac:cxnSpMkLst>
        </pc:cxnChg>
        <pc:cxnChg chg="del mod">
          <ac:chgData name="Jerome Hittle" userId="e19a84f4-ec03-414a-9c55-8d84dfc90b9d" providerId="ADAL" clId="{0149E9E8-194F-43BE-94B8-E097CB51E8B7}" dt="2019-10-20T18:22:45.421" v="122" actId="478"/>
          <ac:cxnSpMkLst>
            <pc:docMk/>
            <pc:sldMk cId="1714904028" sldId="259"/>
            <ac:cxnSpMk id="64" creationId="{738660BF-DCC6-4034-A9F0-C6B2F52DC62E}"/>
          </ac:cxnSpMkLst>
        </pc:cxnChg>
      </pc:sldChg>
      <pc:sldChg chg="addSp delSp modSp">
        <pc:chgData name="Jerome Hittle" userId="e19a84f4-ec03-414a-9c55-8d84dfc90b9d" providerId="ADAL" clId="{0149E9E8-194F-43BE-94B8-E097CB51E8B7}" dt="2019-10-20T18:57:31.507" v="226" actId="478"/>
        <pc:sldMkLst>
          <pc:docMk/>
          <pc:sldMk cId="2492065862" sldId="260"/>
        </pc:sldMkLst>
        <pc:spChg chg="mod">
          <ac:chgData name="Jerome Hittle" userId="e19a84f4-ec03-414a-9c55-8d84dfc90b9d" providerId="ADAL" clId="{0149E9E8-194F-43BE-94B8-E097CB51E8B7}" dt="2019-10-20T18:21:36.085" v="110" actId="1076"/>
          <ac:spMkLst>
            <pc:docMk/>
            <pc:sldMk cId="2492065862" sldId="260"/>
            <ac:spMk id="3" creationId="{CE4CADAD-E14E-495A-9D9F-BFAD24856864}"/>
          </ac:spMkLst>
        </pc:spChg>
        <pc:spChg chg="add del mod">
          <ac:chgData name="Jerome Hittle" userId="e19a84f4-ec03-414a-9c55-8d84dfc90b9d" providerId="ADAL" clId="{0149E9E8-194F-43BE-94B8-E097CB51E8B7}" dt="2019-10-20T18:57:31.507" v="226" actId="478"/>
          <ac:spMkLst>
            <pc:docMk/>
            <pc:sldMk cId="2492065862" sldId="260"/>
            <ac:spMk id="6" creationId="{3FA5D581-748C-4833-AAD8-BC476E548CBA}"/>
          </ac:spMkLst>
        </pc:spChg>
        <pc:spChg chg="add del mod">
          <ac:chgData name="Jerome Hittle" userId="e19a84f4-ec03-414a-9c55-8d84dfc90b9d" providerId="ADAL" clId="{0149E9E8-194F-43BE-94B8-E097CB51E8B7}" dt="2019-10-20T18:57:30.517" v="225" actId="478"/>
          <ac:spMkLst>
            <pc:docMk/>
            <pc:sldMk cId="2492065862" sldId="260"/>
            <ac:spMk id="7" creationId="{670AAD26-55DF-47AE-A37F-FD81CA07C075}"/>
          </ac:spMkLst>
        </pc:spChg>
        <pc:spChg chg="add del mod">
          <ac:chgData name="Jerome Hittle" userId="e19a84f4-ec03-414a-9c55-8d84dfc90b9d" providerId="ADAL" clId="{0149E9E8-194F-43BE-94B8-E097CB51E8B7}" dt="2019-10-20T18:57:29.497" v="224" actId="478"/>
          <ac:spMkLst>
            <pc:docMk/>
            <pc:sldMk cId="2492065862" sldId="260"/>
            <ac:spMk id="8" creationId="{70CF64AA-A8B9-4DE0-8EFA-D3F309D0EA00}"/>
          </ac:spMkLst>
        </pc:spChg>
        <pc:spChg chg="add del mod">
          <ac:chgData name="Jerome Hittle" userId="e19a84f4-ec03-414a-9c55-8d84dfc90b9d" providerId="ADAL" clId="{0149E9E8-194F-43BE-94B8-E097CB51E8B7}" dt="2019-10-20T18:57:27.819" v="223" actId="478"/>
          <ac:spMkLst>
            <pc:docMk/>
            <pc:sldMk cId="2492065862" sldId="260"/>
            <ac:spMk id="9" creationId="{514354CE-6DE3-4DC4-814C-2AAE8C0E74BE}"/>
          </ac:spMkLst>
        </pc:spChg>
      </pc:sldChg>
    </pc:docChg>
  </pc:docChgLst>
  <pc:docChgLst>
    <pc:chgData name="Jerome Hittle" userId="e19a84f4-ec03-414a-9c55-8d84dfc90b9d" providerId="ADAL" clId="{19A9519F-6757-4A42-8737-3CED8C47F629}"/>
    <pc:docChg chg="modSld">
      <pc:chgData name="Jerome Hittle" userId="e19a84f4-ec03-414a-9c55-8d84dfc90b9d" providerId="ADAL" clId="{19A9519F-6757-4A42-8737-3CED8C47F629}" dt="2019-10-05T17:30:37.238" v="11" actId="1076"/>
      <pc:docMkLst>
        <pc:docMk/>
      </pc:docMkLst>
      <pc:sldChg chg="addSp modSp">
        <pc:chgData name="Jerome Hittle" userId="e19a84f4-ec03-414a-9c55-8d84dfc90b9d" providerId="ADAL" clId="{19A9519F-6757-4A42-8737-3CED8C47F629}" dt="2019-10-05T17:30:37.238" v="11" actId="1076"/>
        <pc:sldMkLst>
          <pc:docMk/>
          <pc:sldMk cId="1714904028" sldId="259"/>
        </pc:sldMkLst>
        <pc:spChg chg="mod">
          <ac:chgData name="Jerome Hittle" userId="e19a84f4-ec03-414a-9c55-8d84dfc90b9d" providerId="ADAL" clId="{19A9519F-6757-4A42-8737-3CED8C47F629}" dt="2019-10-05T17:24:46.377" v="7" actId="122"/>
          <ac:spMkLst>
            <pc:docMk/>
            <pc:sldMk cId="1714904028" sldId="259"/>
            <ac:spMk id="8" creationId="{34FE8854-AA52-4883-8589-2B42A6C8579A}"/>
          </ac:spMkLst>
        </pc:spChg>
        <pc:spChg chg="mod">
          <ac:chgData name="Jerome Hittle" userId="e19a84f4-ec03-414a-9c55-8d84dfc90b9d" providerId="ADAL" clId="{19A9519F-6757-4A42-8737-3CED8C47F629}" dt="2019-10-05T17:30:37.238" v="11" actId="1076"/>
          <ac:spMkLst>
            <pc:docMk/>
            <pc:sldMk cId="1714904028" sldId="259"/>
            <ac:spMk id="9" creationId="{C03C61C9-9AB9-4592-97D2-5BD22B61B87C}"/>
          </ac:spMkLst>
        </pc:spChg>
        <pc:spChg chg="mod">
          <ac:chgData name="Jerome Hittle" userId="e19a84f4-ec03-414a-9c55-8d84dfc90b9d" providerId="ADAL" clId="{19A9519F-6757-4A42-8737-3CED8C47F629}" dt="2019-10-05T17:25:48.734" v="10" actId="242"/>
          <ac:spMkLst>
            <pc:docMk/>
            <pc:sldMk cId="1714904028" sldId="259"/>
            <ac:spMk id="11" creationId="{81993169-22E2-4293-8164-46A3C69BFF5E}"/>
          </ac:spMkLst>
        </pc:spChg>
        <pc:spChg chg="mod">
          <ac:chgData name="Jerome Hittle" userId="e19a84f4-ec03-414a-9c55-8d84dfc90b9d" providerId="ADAL" clId="{19A9519F-6757-4A42-8737-3CED8C47F629}" dt="2019-10-05T17:25:48.734" v="10" actId="242"/>
          <ac:spMkLst>
            <pc:docMk/>
            <pc:sldMk cId="1714904028" sldId="259"/>
            <ac:spMk id="12" creationId="{FBE1A9D2-2B1F-4EB7-8084-452D68A68090}"/>
          </ac:spMkLst>
        </pc:spChg>
        <pc:spChg chg="mod">
          <ac:chgData name="Jerome Hittle" userId="e19a84f4-ec03-414a-9c55-8d84dfc90b9d" providerId="ADAL" clId="{19A9519F-6757-4A42-8737-3CED8C47F629}" dt="2019-10-05T17:25:48.734" v="10" actId="242"/>
          <ac:spMkLst>
            <pc:docMk/>
            <pc:sldMk cId="1714904028" sldId="259"/>
            <ac:spMk id="60" creationId="{4DE5EDAE-27DF-4946-BF08-BAC6F5CB1F71}"/>
          </ac:spMkLst>
        </pc:spChg>
        <pc:picChg chg="add mod">
          <ac:chgData name="Jerome Hittle" userId="e19a84f4-ec03-414a-9c55-8d84dfc90b9d" providerId="ADAL" clId="{19A9519F-6757-4A42-8737-3CED8C47F629}" dt="2019-10-05T17:24:56.792" v="9" actId="1076"/>
          <ac:picMkLst>
            <pc:docMk/>
            <pc:sldMk cId="1714904028" sldId="259"/>
            <ac:picMk id="4" creationId="{0B41D865-E852-451D-9A9A-12D5D05C02F0}"/>
          </ac:picMkLst>
        </pc:picChg>
        <pc:cxnChg chg="mod">
          <ac:chgData name="Jerome Hittle" userId="e19a84f4-ec03-414a-9c55-8d84dfc90b9d" providerId="ADAL" clId="{19A9519F-6757-4A42-8737-3CED8C47F629}" dt="2019-10-05T17:30:37.238" v="11" actId="1076"/>
          <ac:cxnSpMkLst>
            <pc:docMk/>
            <pc:sldMk cId="1714904028" sldId="259"/>
            <ac:cxnSpMk id="19" creationId="{81A17E71-7F01-4C11-8097-C9F8F27A58E9}"/>
          </ac:cxnSpMkLst>
        </pc:cxnChg>
        <pc:cxnChg chg="mod">
          <ac:chgData name="Jerome Hittle" userId="e19a84f4-ec03-414a-9c55-8d84dfc90b9d" providerId="ADAL" clId="{19A9519F-6757-4A42-8737-3CED8C47F629}" dt="2019-10-05T17:30:37.238" v="11" actId="1076"/>
          <ac:cxnSpMkLst>
            <pc:docMk/>
            <pc:sldMk cId="1714904028" sldId="259"/>
            <ac:cxnSpMk id="29" creationId="{415017F9-77BF-43C8-8C6F-AD6B252302FE}"/>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6827-99FC-4498-84AF-EF9575270C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EE2E7C-BC60-4142-8866-EC3B276AB8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BF2BEE-18BF-43C2-9405-389D0C4C53D1}"/>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7C3A7D52-3A51-4303-B995-42E300E72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D7E06-1F84-4196-ADA7-58286BE4D3F9}"/>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326425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26821-F6DC-49F7-94BD-D83FF37098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DB567-FE44-4AB5-8DD2-1E65B04664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910E0-B059-4789-8241-C54E10BDE030}"/>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012F3650-BFC0-405E-ACB8-4382CB8DC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5824D-E8F0-432E-AD8D-6EBF6B53D66F}"/>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438968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65CF-7C23-4B5B-B9C0-1B0CF92867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0CE865-86C5-45AE-995E-202458525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95DED-B19A-46C6-BEAF-A43BF89CC43B}"/>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ED460AC3-2BF2-45EA-9E69-3B1DAF939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DC783-716D-4643-8926-9A3031A95978}"/>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41048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A353B-6351-4E69-BDF9-79EE2F7499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2C2DE2-5A42-4EC1-B348-2861B4EA30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42F2B5-05EB-448F-A417-6878683704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99EEA3-B9CB-4ADE-8E50-4927CC30A493}"/>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C3FD0726-8D21-4CF8-9157-49A10F568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D5F7B-75F4-434A-9934-F2FC8CC1AE75}"/>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1348112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D865-FAEB-4B6C-BD08-8743FE41A7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94CEEE-93A6-49AB-97F5-AEFD23271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191C99-B397-4F3B-9D97-9C9F7DD53D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BF42CE-473B-4960-BD10-BD4E9EA50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5C916C-FC9B-4B17-8333-03ABE0DA67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7F77AF-7D81-4BEC-A2EA-FDBC39B43C5C}"/>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8" name="Footer Placeholder 7">
            <a:extLst>
              <a:ext uri="{FF2B5EF4-FFF2-40B4-BE49-F238E27FC236}">
                <a16:creationId xmlns:a16="http://schemas.microsoft.com/office/drawing/2014/main" id="{251CABD7-55EF-42F8-A55A-52B85E611F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BB34B9-5905-4D4E-92A5-F24CE0516D3A}"/>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69308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B6B2-9072-4C11-BC8D-C27DCD48E8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7693EC-30AA-4E24-BD23-062FE96D8AF7}"/>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4" name="Footer Placeholder 3">
            <a:extLst>
              <a:ext uri="{FF2B5EF4-FFF2-40B4-BE49-F238E27FC236}">
                <a16:creationId xmlns:a16="http://schemas.microsoft.com/office/drawing/2014/main" id="{8FF7B76E-1B18-4E08-BFB3-1FBCE1FCBE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ADCAE5-AFE9-48F6-A966-E8960906147E}"/>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450040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D67721-1123-4DD4-96F6-AD4ECD45832D}"/>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3" name="Footer Placeholder 2">
            <a:extLst>
              <a:ext uri="{FF2B5EF4-FFF2-40B4-BE49-F238E27FC236}">
                <a16:creationId xmlns:a16="http://schemas.microsoft.com/office/drawing/2014/main" id="{9724DA23-1A86-488D-8DEB-53C9A37F5E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36A9BC-D581-45DA-9148-96D83B34D386}"/>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1559603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8D0A-9B99-43B2-9049-AF3F8DF6AD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6CCA3D-61C0-4245-A257-2EA314373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EA1BE4-F65A-45F7-9D10-24700BEE4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208B8-BB3D-47A8-8EC0-DAB4A615E92B}"/>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F226C3BF-AD0C-4AB9-B0FD-EE1A31167B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0CE0B-6F28-4911-8952-0AE3693EB095}"/>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3579957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C3FB5-8524-4A7D-8523-2F26F20CF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84D21-5AD4-4BE7-A38B-924B791938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8C3C8C-F21D-4CB7-8E45-0816B0110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4EE58-0C4D-4416-ACF1-5369142BDAAD}"/>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2D81652C-C7D0-4D49-B066-275143FC07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38A414-1CAA-4D66-AD47-B3A3B45F1A39}"/>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424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D0069-85FA-489F-9414-6B0244E960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7DC465-32A3-4633-AE9C-9E826CDC63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FD5F2-1902-471B-9EF3-3D683F405A78}"/>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40069F2A-239D-4BBE-B248-BBC0F94BD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7B952-8934-46C8-9CC8-DC03BCC9E62E}"/>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37257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56AA5-378F-45A2-84D1-ADA2B3516A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D0C301-14BA-40F5-BF56-AC47C0A67D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6729D-DC21-473F-8768-DA218766428A}"/>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9134F19A-8C64-44A1-9CB3-716A64D89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2E1F0-AC9E-44C4-AD63-EA44BCCFBC4C}"/>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1061384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6827-99FC-4498-84AF-EF9575270C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EE2E7C-BC60-4142-8866-EC3B276AB8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BF2BEE-18BF-43C2-9405-389D0C4C53D1}"/>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7C3A7D52-3A51-4303-B995-42E300E72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D7E06-1F84-4196-ADA7-58286BE4D3F9}"/>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3566587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26821-F6DC-49F7-94BD-D83FF37098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DB567-FE44-4AB5-8DD2-1E65B04664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910E0-B059-4789-8241-C54E10BDE030}"/>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012F3650-BFC0-405E-ACB8-4382CB8DC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5824D-E8F0-432E-AD8D-6EBF6B53D66F}"/>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873073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65CF-7C23-4B5B-B9C0-1B0CF92867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0CE865-86C5-45AE-995E-202458525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95DED-B19A-46C6-BEAF-A43BF89CC43B}"/>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ED460AC3-2BF2-45EA-9E69-3B1DAF939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DC783-716D-4643-8926-9A3031A95978}"/>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817369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A353B-6351-4E69-BDF9-79EE2F7499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2C2DE2-5A42-4EC1-B348-2861B4EA30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42F2B5-05EB-448F-A417-6878683704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99EEA3-B9CB-4ADE-8E50-4927CC30A493}"/>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C3FD0726-8D21-4CF8-9157-49A10F568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D5F7B-75F4-434A-9934-F2FC8CC1AE75}"/>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1364587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D865-FAEB-4B6C-BD08-8743FE41A7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94CEEE-93A6-49AB-97F5-AEFD23271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191C99-B397-4F3B-9D97-9C9F7DD53D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BF42CE-473B-4960-BD10-BD4E9EA50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5C916C-FC9B-4B17-8333-03ABE0DA67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7F77AF-7D81-4BEC-A2EA-FDBC39B43C5C}"/>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8" name="Footer Placeholder 7">
            <a:extLst>
              <a:ext uri="{FF2B5EF4-FFF2-40B4-BE49-F238E27FC236}">
                <a16:creationId xmlns:a16="http://schemas.microsoft.com/office/drawing/2014/main" id="{251CABD7-55EF-42F8-A55A-52B85E611F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BB34B9-5905-4D4E-92A5-F24CE0516D3A}"/>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882206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B6B2-9072-4C11-BC8D-C27DCD48E8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7693EC-30AA-4E24-BD23-062FE96D8AF7}"/>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4" name="Footer Placeholder 3">
            <a:extLst>
              <a:ext uri="{FF2B5EF4-FFF2-40B4-BE49-F238E27FC236}">
                <a16:creationId xmlns:a16="http://schemas.microsoft.com/office/drawing/2014/main" id="{8FF7B76E-1B18-4E08-BFB3-1FBCE1FCBE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ADCAE5-AFE9-48F6-A966-E8960906147E}"/>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1149993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D67721-1123-4DD4-96F6-AD4ECD45832D}"/>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3" name="Footer Placeholder 2">
            <a:extLst>
              <a:ext uri="{FF2B5EF4-FFF2-40B4-BE49-F238E27FC236}">
                <a16:creationId xmlns:a16="http://schemas.microsoft.com/office/drawing/2014/main" id="{9724DA23-1A86-488D-8DEB-53C9A37F5E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36A9BC-D581-45DA-9148-96D83B34D386}"/>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31505636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8D0A-9B99-43B2-9049-AF3F8DF6AD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6CCA3D-61C0-4245-A257-2EA314373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EA1BE4-F65A-45F7-9D10-24700BEE4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208B8-BB3D-47A8-8EC0-DAB4A615E92B}"/>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F226C3BF-AD0C-4AB9-B0FD-EE1A31167B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0CE0B-6F28-4911-8952-0AE3693EB095}"/>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4973868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C3FB5-8524-4A7D-8523-2F26F20CF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84D21-5AD4-4BE7-A38B-924B791938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8C3C8C-F21D-4CB7-8E45-0816B0110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4EE58-0C4D-4416-ACF1-5369142BDAAD}"/>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6" name="Footer Placeholder 5">
            <a:extLst>
              <a:ext uri="{FF2B5EF4-FFF2-40B4-BE49-F238E27FC236}">
                <a16:creationId xmlns:a16="http://schemas.microsoft.com/office/drawing/2014/main" id="{2D81652C-C7D0-4D49-B066-275143FC07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38A414-1CAA-4D66-AD47-B3A3B45F1A39}"/>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863225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D0069-85FA-489F-9414-6B0244E960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7DC465-32A3-4633-AE9C-9E826CDC63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FD5F2-1902-471B-9EF3-3D683F405A78}"/>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40069F2A-239D-4BBE-B248-BBC0F94BD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7B952-8934-46C8-9CC8-DC03BCC9E62E}"/>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2052607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56AA5-378F-45A2-84D1-ADA2B3516A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D0C301-14BA-40F5-BF56-AC47C0A67D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6729D-DC21-473F-8768-DA218766428A}"/>
              </a:ext>
            </a:extLst>
          </p:cNvPr>
          <p:cNvSpPr>
            <a:spLocks noGrp="1"/>
          </p:cNvSpPr>
          <p:nvPr>
            <p:ph type="dt" sz="half" idx="10"/>
          </p:nvPr>
        </p:nvSpPr>
        <p:spPr/>
        <p:txBody>
          <a:body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9134F19A-8C64-44A1-9CB3-716A64D89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2E1F0-AC9E-44C4-AD63-EA44BCCFBC4C}"/>
              </a:ext>
            </a:extLst>
          </p:cNvPr>
          <p:cNvSpPr>
            <a:spLocks noGrp="1"/>
          </p:cNvSpPr>
          <p:nvPr>
            <p:ph type="sldNum" sz="quarter" idx="12"/>
          </p:nvPr>
        </p:nvSpPr>
        <p:spPr/>
        <p:txBody>
          <a:bodyPr/>
          <a:lstStyle/>
          <a:p>
            <a:fld id="{1D42ECA4-12B7-4EA5-9BEE-AF12900D1DD5}" type="slidenum">
              <a:rPr lang="en-US" smtClean="0"/>
              <a:t>‹#›</a:t>
            </a:fld>
            <a:endParaRPr lang="en-US"/>
          </a:p>
        </p:txBody>
      </p:sp>
    </p:spTree>
    <p:extLst>
      <p:ext uri="{BB962C8B-B14F-4D97-AF65-F5344CB8AC3E}">
        <p14:creationId xmlns:p14="http://schemas.microsoft.com/office/powerpoint/2010/main" val="3250713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1A222C-3641-4AA3-A292-F8A1A13F7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4B6C5A-E271-45F2-9A7C-800915C35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E9776-2F83-4CBD-A6E4-9B3D8FFC3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ABC28046-33ED-435A-9C53-7C3C13EDD1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03DCF4-FE38-43DA-A51F-D495CF3684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42ECA4-12B7-4EA5-9BEE-AF12900D1DD5}" type="slidenum">
              <a:rPr lang="en-US" smtClean="0"/>
              <a:t>‹#›</a:t>
            </a:fld>
            <a:endParaRPr lang="en-US"/>
          </a:p>
        </p:txBody>
      </p:sp>
    </p:spTree>
    <p:extLst>
      <p:ext uri="{BB962C8B-B14F-4D97-AF65-F5344CB8AC3E}">
        <p14:creationId xmlns:p14="http://schemas.microsoft.com/office/powerpoint/2010/main" val="3856659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1A222C-3641-4AA3-A292-F8A1A13F7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4B6C5A-E271-45F2-9A7C-800915C35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E9776-2F83-4CBD-A6E4-9B3D8FFC3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AAB3F-845F-4DC4-9EA3-BF6748E33618}" type="datetimeFigureOut">
              <a:rPr lang="en-US" smtClean="0"/>
              <a:t>10/20/2019</a:t>
            </a:fld>
            <a:endParaRPr lang="en-US"/>
          </a:p>
        </p:txBody>
      </p:sp>
      <p:sp>
        <p:nvSpPr>
          <p:cNvPr id="5" name="Footer Placeholder 4">
            <a:extLst>
              <a:ext uri="{FF2B5EF4-FFF2-40B4-BE49-F238E27FC236}">
                <a16:creationId xmlns:a16="http://schemas.microsoft.com/office/drawing/2014/main" id="{ABC28046-33ED-435A-9C53-7C3C13EDD1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03DCF4-FE38-43DA-A51F-D495CF3684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42ECA4-12B7-4EA5-9BEE-AF12900D1DD5}" type="slidenum">
              <a:rPr lang="en-US" smtClean="0"/>
              <a:t>‹#›</a:t>
            </a:fld>
            <a:endParaRPr lang="en-US"/>
          </a:p>
        </p:txBody>
      </p:sp>
    </p:spTree>
    <p:extLst>
      <p:ext uri="{BB962C8B-B14F-4D97-AF65-F5344CB8AC3E}">
        <p14:creationId xmlns:p14="http://schemas.microsoft.com/office/powerpoint/2010/main" val="108840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pectrolab.com/photovoltaics/XTJ-CIC_Data_Sheet.pdf" TargetMode="External"/><Relationship Id="rId2" Type="http://schemas.openxmlformats.org/officeDocument/2006/relationships/hyperlink" Target="https://en.wikipedia.org/wiki/Tesla_Model_3"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www.ti.com/lit/ds/symlink/ina219.pdf" TargetMode="External"/><Relationship Id="rId7"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www.ti.com/tool/MSP-EXP432P401R#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4C77-D52C-466B-ABD7-487D30A7E2FE}"/>
              </a:ext>
            </a:extLst>
          </p:cNvPr>
          <p:cNvSpPr>
            <a:spLocks noGrp="1"/>
          </p:cNvSpPr>
          <p:nvPr>
            <p:ph type="ctrTitle"/>
          </p:nvPr>
        </p:nvSpPr>
        <p:spPr>
          <a:xfrm>
            <a:off x="1524000" y="1547665"/>
            <a:ext cx="9144000" cy="2387600"/>
          </a:xfrm>
        </p:spPr>
        <p:txBody>
          <a:bodyPr>
            <a:normAutofit fontScale="90000"/>
          </a:bodyPr>
          <a:lstStyle/>
          <a:p>
            <a:r>
              <a:rPr lang="en-US" dirty="0"/>
              <a:t>Max Power Point Tracker</a:t>
            </a:r>
            <a:br>
              <a:rPr lang="en-US" dirty="0"/>
            </a:br>
            <a:r>
              <a:rPr lang="en-US" sz="4000" dirty="0"/>
              <a:t>Embedded Systems Design</a:t>
            </a:r>
            <a:br>
              <a:rPr lang="en-US" sz="4000" dirty="0"/>
            </a:br>
            <a:r>
              <a:rPr lang="en-US" sz="4000" dirty="0"/>
              <a:t>CU-Boulder</a:t>
            </a:r>
            <a:br>
              <a:rPr lang="en-US" sz="4000" dirty="0"/>
            </a:br>
            <a:r>
              <a:rPr lang="en-US" sz="4000" dirty="0"/>
              <a:t>Fall 2019</a:t>
            </a:r>
            <a:br>
              <a:rPr lang="en-US" sz="4000" dirty="0"/>
            </a:br>
            <a:r>
              <a:rPr lang="en-US" sz="4000" dirty="0"/>
              <a:t>Prof: Dr. Linden McClure</a:t>
            </a:r>
            <a:endParaRPr lang="en-US" dirty="0"/>
          </a:p>
        </p:txBody>
      </p:sp>
      <p:sp>
        <p:nvSpPr>
          <p:cNvPr id="3" name="Subtitle 2">
            <a:extLst>
              <a:ext uri="{FF2B5EF4-FFF2-40B4-BE49-F238E27FC236}">
                <a16:creationId xmlns:a16="http://schemas.microsoft.com/office/drawing/2014/main" id="{AD74ABEA-DEE3-4B81-B586-0B066E55EA3D}"/>
              </a:ext>
            </a:extLst>
          </p:cNvPr>
          <p:cNvSpPr>
            <a:spLocks noGrp="1"/>
          </p:cNvSpPr>
          <p:nvPr>
            <p:ph type="subTitle" idx="1"/>
          </p:nvPr>
        </p:nvSpPr>
        <p:spPr>
          <a:xfrm>
            <a:off x="1524000" y="4239991"/>
            <a:ext cx="9144000" cy="1655762"/>
          </a:xfrm>
        </p:spPr>
        <p:txBody>
          <a:bodyPr/>
          <a:lstStyle/>
          <a:p>
            <a:r>
              <a:rPr lang="en-US" dirty="0"/>
              <a:t>J. Hittle – Firmware Controls</a:t>
            </a:r>
          </a:p>
          <a:p>
            <a:r>
              <a:rPr lang="en-US" dirty="0"/>
              <a:t>R. Kumar – Firmware Interfaces</a:t>
            </a:r>
          </a:p>
          <a:p>
            <a:r>
              <a:rPr lang="en-US" dirty="0"/>
              <a:t>N. Gupta – Hardware Interfaces</a:t>
            </a:r>
          </a:p>
        </p:txBody>
      </p:sp>
    </p:spTree>
    <p:extLst>
      <p:ext uri="{BB962C8B-B14F-4D97-AF65-F5344CB8AC3E}">
        <p14:creationId xmlns:p14="http://schemas.microsoft.com/office/powerpoint/2010/main" val="357924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4A5D94-D57A-4E3D-9B89-8FC3FE4EC368}"/>
              </a:ext>
            </a:extLst>
          </p:cNvPr>
          <p:cNvSpPr txBox="1"/>
          <p:nvPr/>
        </p:nvSpPr>
        <p:spPr>
          <a:xfrm>
            <a:off x="504822" y="1400234"/>
            <a:ext cx="11439525" cy="4770537"/>
          </a:xfrm>
          <a:prstGeom prst="rect">
            <a:avLst/>
          </a:prstGeom>
          <a:noFill/>
        </p:spPr>
        <p:txBody>
          <a:bodyPr wrap="square" rtlCol="0">
            <a:spAutoFit/>
          </a:bodyPr>
          <a:lstStyle/>
          <a:p>
            <a:r>
              <a:rPr lang="en-US" sz="1600" dirty="0"/>
              <a:t>The Tesla Model 3 can store between 50 to 75kWhr of energy in its batteries.  The high voltage 350Vdc battery system stores enough energy to propel the car between 220 and 325 miles on a single charge</a:t>
            </a:r>
            <a:r>
              <a:rPr lang="en-US" sz="1600" baseline="30000" dirty="0"/>
              <a:t>1</a:t>
            </a:r>
            <a:r>
              <a:rPr lang="en-US" sz="1600" dirty="0"/>
              <a:t>, depleting the battery energy in approximately 3-4.5 hours during a high-speed cross-country trip.</a:t>
            </a:r>
          </a:p>
          <a:p>
            <a:endParaRPr lang="en-US" sz="1600" dirty="0"/>
          </a:p>
          <a:p>
            <a:r>
              <a:rPr lang="en-US" sz="1600" dirty="0"/>
              <a:t>Recent advancements in photovoltaic (PV) technology have also made it possible to extend the range of the Tesla Model 3 by approximately 10% if the glass roof is replaced with a PV roof, allowing for approximately 40 sq. ft. of solar array area</a:t>
            </a:r>
            <a:r>
              <a:rPr lang="en-US" sz="1600" baseline="30000" dirty="0"/>
              <a:t>2</a:t>
            </a:r>
            <a:r>
              <a:rPr lang="en-US" sz="1600" dirty="0"/>
              <a:t>.  Although PV advancements still have significant growth hurdles to overcome to make this technology practical for automobiles and the consumer market, these hurdles are expected to be overcome in the next several years as demand for electric vehicles and longer ranges continue to increase.  In addition, PV charge control systems are not a new concept and have been used for quite some time in aerospace, grid power, and portable devices and therefore the techniques learned in this project will be highly applicable in many other applications that the students may find themselves working in the future.</a:t>
            </a:r>
          </a:p>
          <a:p>
            <a:endParaRPr lang="en-US" sz="1600" dirty="0"/>
          </a:p>
          <a:p>
            <a:r>
              <a:rPr lang="en-US" sz="1600" b="1" dirty="0"/>
              <a:t>This project will focus on the design of a MPPT in four phases of charge control development. 1) boost 2) maximum power point tracking (MPPT) 3) buck  4) and buck-boost</a:t>
            </a:r>
          </a:p>
          <a:p>
            <a:endParaRPr lang="en-US" sz="1600" dirty="0"/>
          </a:p>
          <a:p>
            <a:r>
              <a:rPr lang="en-US" sz="1600" dirty="0"/>
              <a:t>To maintain student safety and a reasonable price-point, these projects will introduce concepts at approximately 1:10 reduced voltage scale.  Because these voltages are still well above the voltage allowable by a modern microcontroller, the students will also be introduced to high-voltage interfacing of their microcontroller.  The students will also be introduced to control theory, power systems, and simulations.</a:t>
            </a:r>
          </a:p>
        </p:txBody>
      </p:sp>
      <p:sp>
        <p:nvSpPr>
          <p:cNvPr id="2" name="TextBox 1">
            <a:extLst>
              <a:ext uri="{FF2B5EF4-FFF2-40B4-BE49-F238E27FC236}">
                <a16:creationId xmlns:a16="http://schemas.microsoft.com/office/drawing/2014/main" id="{C9D75A57-F74D-417B-B19F-65914BE370C2}"/>
              </a:ext>
            </a:extLst>
          </p:cNvPr>
          <p:cNvSpPr txBox="1"/>
          <p:nvPr/>
        </p:nvSpPr>
        <p:spPr>
          <a:xfrm>
            <a:off x="1000123" y="6170771"/>
            <a:ext cx="10448925" cy="400110"/>
          </a:xfrm>
          <a:prstGeom prst="rect">
            <a:avLst/>
          </a:prstGeom>
          <a:noFill/>
        </p:spPr>
        <p:txBody>
          <a:bodyPr wrap="square" rtlCol="0">
            <a:spAutoFit/>
          </a:bodyPr>
          <a:lstStyle/>
          <a:p>
            <a:r>
              <a:rPr lang="en-US" sz="1000" baseline="30000" dirty="0"/>
              <a:t>1</a:t>
            </a:r>
            <a:r>
              <a:rPr lang="en-US" sz="1000" dirty="0"/>
              <a:t> - </a:t>
            </a:r>
            <a:r>
              <a:rPr lang="en-US" sz="1000" dirty="0">
                <a:hlinkClick r:id="rId2"/>
              </a:rPr>
              <a:t>https://en.wikipedia.org/wiki/Tesla_Model_3</a:t>
            </a:r>
            <a:endParaRPr lang="en-US" sz="1000" dirty="0"/>
          </a:p>
          <a:p>
            <a:r>
              <a:rPr lang="en-US" sz="1000" baseline="30000" dirty="0"/>
              <a:t>2</a:t>
            </a:r>
            <a:r>
              <a:rPr lang="en-US" sz="1000" dirty="0"/>
              <a:t> - </a:t>
            </a:r>
            <a:r>
              <a:rPr lang="en-US" sz="1000" dirty="0">
                <a:hlinkClick r:id="rId3"/>
              </a:rPr>
              <a:t>https://www.spectrolab.com/photovoltaics/XTJ-CIC_Data_Sheet.pdf</a:t>
            </a:r>
            <a:endParaRPr lang="en-US" sz="1000" dirty="0"/>
          </a:p>
        </p:txBody>
      </p:sp>
      <p:sp>
        <p:nvSpPr>
          <p:cNvPr id="3" name="Title 2">
            <a:extLst>
              <a:ext uri="{FF2B5EF4-FFF2-40B4-BE49-F238E27FC236}">
                <a16:creationId xmlns:a16="http://schemas.microsoft.com/office/drawing/2014/main" id="{63F2D0F7-BC8F-44A8-8366-644718F9CD82}"/>
              </a:ext>
            </a:extLst>
          </p:cNvPr>
          <p:cNvSpPr>
            <a:spLocks noGrp="1"/>
          </p:cNvSpPr>
          <p:nvPr>
            <p:ph type="title"/>
          </p:nvPr>
        </p:nvSpPr>
        <p:spPr>
          <a:xfrm>
            <a:off x="504822" y="337342"/>
            <a:ext cx="10515600" cy="1325563"/>
          </a:xfrm>
        </p:spPr>
        <p:txBody>
          <a:bodyPr/>
          <a:lstStyle/>
          <a:p>
            <a:r>
              <a:rPr lang="en-US" dirty="0"/>
              <a:t>Project Overview</a:t>
            </a:r>
          </a:p>
        </p:txBody>
      </p:sp>
    </p:spTree>
    <p:extLst>
      <p:ext uri="{BB962C8B-B14F-4D97-AF65-F5344CB8AC3E}">
        <p14:creationId xmlns:p14="http://schemas.microsoft.com/office/powerpoint/2010/main" val="3596533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5">
            <a:extLst>
              <a:ext uri="{FF2B5EF4-FFF2-40B4-BE49-F238E27FC236}">
                <a16:creationId xmlns:a16="http://schemas.microsoft.com/office/drawing/2014/main" id="{CFB99C8C-9916-46E5-BABE-38A709CB543E}"/>
              </a:ext>
            </a:extLst>
          </p:cNvPr>
          <p:cNvSpPr txBox="1">
            <a:spLocks/>
          </p:cNvSpPr>
          <p:nvPr/>
        </p:nvSpPr>
        <p:spPr>
          <a:xfrm>
            <a:off x="839787" y="1690688"/>
            <a:ext cx="10323513" cy="397510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Charge Battery via a Solar Array</a:t>
            </a:r>
          </a:p>
          <a:p>
            <a:r>
              <a:rPr lang="en-US" dirty="0"/>
              <a:t>Control loops – All regulated within firmware </a:t>
            </a:r>
          </a:p>
          <a:p>
            <a:pPr lvl="1"/>
            <a:r>
              <a:rPr lang="en-US" dirty="0"/>
              <a:t>Output charge current.  (2kHz)</a:t>
            </a:r>
          </a:p>
          <a:p>
            <a:pPr lvl="1"/>
            <a:r>
              <a:rPr lang="en-US" dirty="0"/>
              <a:t>Maximum output voltage.  (200Hz)</a:t>
            </a:r>
          </a:p>
          <a:p>
            <a:pPr lvl="1"/>
            <a:r>
              <a:rPr lang="en-US" dirty="0"/>
              <a:t>Input peak power control.  (20Hz)</a:t>
            </a:r>
          </a:p>
          <a:p>
            <a:r>
              <a:rPr lang="en-US" dirty="0"/>
              <a:t>Safety modes</a:t>
            </a:r>
          </a:p>
          <a:p>
            <a:pPr lvl="1"/>
            <a:r>
              <a:rPr lang="en-US" dirty="0"/>
              <a:t>Battery disconnected</a:t>
            </a:r>
          </a:p>
          <a:p>
            <a:pPr lvl="1"/>
            <a:r>
              <a:rPr lang="en-US" dirty="0"/>
              <a:t>Battery full</a:t>
            </a:r>
          </a:p>
          <a:p>
            <a:pPr lvl="1"/>
            <a:r>
              <a:rPr lang="en-US" dirty="0"/>
              <a:t>Solar disconnected</a:t>
            </a:r>
          </a:p>
          <a:p>
            <a:pPr lvl="1"/>
            <a:r>
              <a:rPr lang="en-US" dirty="0"/>
              <a:t>Soft start</a:t>
            </a:r>
          </a:p>
          <a:p>
            <a:r>
              <a:rPr lang="en-US" dirty="0"/>
              <a:t>LCD battery </a:t>
            </a:r>
            <a:r>
              <a:rPr lang="en-US" dirty="0" err="1"/>
              <a:t>Ahr</a:t>
            </a:r>
            <a:r>
              <a:rPr lang="en-US" dirty="0"/>
              <a:t> monitor with reset</a:t>
            </a:r>
          </a:p>
          <a:p>
            <a:pPr lvl="1"/>
            <a:r>
              <a:rPr lang="en-US" dirty="0"/>
              <a:t>Software based </a:t>
            </a:r>
            <a:r>
              <a:rPr lang="en-US" dirty="0" err="1"/>
              <a:t>Ahr</a:t>
            </a:r>
            <a:r>
              <a:rPr lang="en-US" dirty="0"/>
              <a:t> monitor to measure state of charge</a:t>
            </a:r>
          </a:p>
          <a:p>
            <a:pPr lvl="1"/>
            <a:r>
              <a:rPr lang="en-US" dirty="0"/>
              <a:t>Use </a:t>
            </a:r>
            <a:r>
              <a:rPr lang="en-US" dirty="0" err="1"/>
              <a:t>Ahr</a:t>
            </a:r>
            <a:r>
              <a:rPr lang="en-US" dirty="0"/>
              <a:t> to start building neural network to describe batter life and SOC</a:t>
            </a:r>
          </a:p>
          <a:p>
            <a:r>
              <a:rPr lang="en-US" dirty="0" err="1"/>
              <a:t>Luminocity</a:t>
            </a:r>
            <a:r>
              <a:rPr lang="en-US" dirty="0"/>
              <a:t> / converter shutdown</a:t>
            </a:r>
          </a:p>
          <a:p>
            <a:r>
              <a:rPr lang="en-US" dirty="0"/>
              <a:t>Battery and Solar Array Temp</a:t>
            </a:r>
          </a:p>
        </p:txBody>
      </p:sp>
      <p:sp>
        <p:nvSpPr>
          <p:cNvPr id="9" name="TextBox 8">
            <a:extLst>
              <a:ext uri="{FF2B5EF4-FFF2-40B4-BE49-F238E27FC236}">
                <a16:creationId xmlns:a16="http://schemas.microsoft.com/office/drawing/2014/main" id="{F6048B6E-BF7A-4558-8E65-0DE1AACE2B30}"/>
              </a:ext>
            </a:extLst>
          </p:cNvPr>
          <p:cNvSpPr txBox="1"/>
          <p:nvPr/>
        </p:nvSpPr>
        <p:spPr>
          <a:xfrm>
            <a:off x="1000123" y="6170771"/>
            <a:ext cx="10448925" cy="400110"/>
          </a:xfrm>
          <a:prstGeom prst="rect">
            <a:avLst/>
          </a:prstGeom>
          <a:noFill/>
        </p:spPr>
        <p:txBody>
          <a:bodyPr wrap="square" rtlCol="0">
            <a:spAutoFit/>
          </a:bodyPr>
          <a:lstStyle/>
          <a:p>
            <a:r>
              <a:rPr lang="en-US" sz="2000" baseline="30000" dirty="0"/>
              <a:t>All specifications are TBR</a:t>
            </a:r>
            <a:endParaRPr lang="en-US" sz="2000" dirty="0"/>
          </a:p>
        </p:txBody>
      </p:sp>
      <p:sp>
        <p:nvSpPr>
          <p:cNvPr id="15" name="Title 14">
            <a:extLst>
              <a:ext uri="{FF2B5EF4-FFF2-40B4-BE49-F238E27FC236}">
                <a16:creationId xmlns:a16="http://schemas.microsoft.com/office/drawing/2014/main" id="{7BB3C411-2169-4DF8-8E42-402C9282C8E8}"/>
              </a:ext>
            </a:extLst>
          </p:cNvPr>
          <p:cNvSpPr>
            <a:spLocks noGrp="1"/>
          </p:cNvSpPr>
          <p:nvPr>
            <p:ph type="title"/>
          </p:nvPr>
        </p:nvSpPr>
        <p:spPr/>
        <p:txBody>
          <a:bodyPr/>
          <a:lstStyle/>
          <a:p>
            <a:r>
              <a:rPr lang="en-US" dirty="0"/>
              <a:t>Primary Requirements</a:t>
            </a:r>
          </a:p>
        </p:txBody>
      </p:sp>
    </p:spTree>
    <p:extLst>
      <p:ext uri="{BB962C8B-B14F-4D97-AF65-F5344CB8AC3E}">
        <p14:creationId xmlns:p14="http://schemas.microsoft.com/office/powerpoint/2010/main" val="1100498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A7E4BA-4628-4A04-B8F1-6B9D59F8FEF6}"/>
              </a:ext>
            </a:extLst>
          </p:cNvPr>
          <p:cNvSpPr>
            <a:spLocks noGrp="1"/>
          </p:cNvSpPr>
          <p:nvPr>
            <p:ph type="title"/>
          </p:nvPr>
        </p:nvSpPr>
        <p:spPr>
          <a:xfrm>
            <a:off x="838199" y="173796"/>
            <a:ext cx="10515600" cy="1090965"/>
          </a:xfrm>
        </p:spPr>
        <p:txBody>
          <a:bodyPr/>
          <a:lstStyle/>
          <a:p>
            <a:r>
              <a:rPr lang="en-US" dirty="0"/>
              <a:t>Topology</a:t>
            </a:r>
          </a:p>
        </p:txBody>
      </p:sp>
      <p:sp>
        <p:nvSpPr>
          <p:cNvPr id="8" name="Rectangle 7">
            <a:extLst>
              <a:ext uri="{FF2B5EF4-FFF2-40B4-BE49-F238E27FC236}">
                <a16:creationId xmlns:a16="http://schemas.microsoft.com/office/drawing/2014/main" id="{34FE8854-AA52-4883-8589-2B42A6C8579A}"/>
              </a:ext>
            </a:extLst>
          </p:cNvPr>
          <p:cNvSpPr/>
          <p:nvPr/>
        </p:nvSpPr>
        <p:spPr>
          <a:xfrm>
            <a:off x="5009515" y="4010009"/>
            <a:ext cx="1969256" cy="1798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err="1"/>
              <a:t>uC</a:t>
            </a:r>
            <a:endParaRPr lang="en-US" dirty="0"/>
          </a:p>
        </p:txBody>
      </p:sp>
      <p:sp>
        <p:nvSpPr>
          <p:cNvPr id="11" name="Rectangle 10">
            <a:extLst>
              <a:ext uri="{FF2B5EF4-FFF2-40B4-BE49-F238E27FC236}">
                <a16:creationId xmlns:a16="http://schemas.microsoft.com/office/drawing/2014/main" id="{81993169-22E2-4293-8164-46A3C69BFF5E}"/>
              </a:ext>
            </a:extLst>
          </p:cNvPr>
          <p:cNvSpPr/>
          <p:nvPr/>
        </p:nvSpPr>
        <p:spPr>
          <a:xfrm>
            <a:off x="3090337" y="824118"/>
            <a:ext cx="6757192" cy="27915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Buck-Boost Converter</a:t>
            </a:r>
          </a:p>
        </p:txBody>
      </p:sp>
      <p:sp>
        <p:nvSpPr>
          <p:cNvPr id="12" name="Rectangle 11">
            <a:extLst>
              <a:ext uri="{FF2B5EF4-FFF2-40B4-BE49-F238E27FC236}">
                <a16:creationId xmlns:a16="http://schemas.microsoft.com/office/drawing/2014/main" id="{FBE1A9D2-2B1F-4EB7-8084-452D68A68090}"/>
              </a:ext>
            </a:extLst>
          </p:cNvPr>
          <p:cNvSpPr/>
          <p:nvPr/>
        </p:nvSpPr>
        <p:spPr>
          <a:xfrm>
            <a:off x="7817282" y="5198303"/>
            <a:ext cx="16383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LCD Display</a:t>
            </a:r>
          </a:p>
        </p:txBody>
      </p:sp>
      <p:cxnSp>
        <p:nvCxnSpPr>
          <p:cNvPr id="19" name="Connector: Elbow 18">
            <a:extLst>
              <a:ext uri="{FF2B5EF4-FFF2-40B4-BE49-F238E27FC236}">
                <a16:creationId xmlns:a16="http://schemas.microsoft.com/office/drawing/2014/main" id="{81A17E71-7F01-4C11-8097-C9F8F27A58E9}"/>
              </a:ext>
            </a:extLst>
          </p:cNvPr>
          <p:cNvCxnSpPr>
            <a:cxnSpLocks/>
            <a:stCxn id="10" idx="0"/>
            <a:endCxn id="11" idx="1"/>
          </p:cNvCxnSpPr>
          <p:nvPr/>
        </p:nvCxnSpPr>
        <p:spPr>
          <a:xfrm rot="5400000" flipH="1" flipV="1">
            <a:off x="1659233" y="1426398"/>
            <a:ext cx="637583" cy="2224625"/>
          </a:xfrm>
          <a:prstGeom prst="bentConnector2">
            <a:avLst/>
          </a:prstGeom>
          <a:ln w="101600"/>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218BBC75-A2EA-43D1-9265-A600F8660ED6}"/>
              </a:ext>
            </a:extLst>
          </p:cNvPr>
          <p:cNvGrpSpPr/>
          <p:nvPr/>
        </p:nvGrpSpPr>
        <p:grpSpPr>
          <a:xfrm>
            <a:off x="331246" y="2857501"/>
            <a:ext cx="1068929" cy="3170766"/>
            <a:chOff x="838199" y="2857501"/>
            <a:chExt cx="561976" cy="1682267"/>
          </a:xfrm>
        </p:grpSpPr>
        <p:sp>
          <p:nvSpPr>
            <p:cNvPr id="10" name="Oval 9">
              <a:extLst>
                <a:ext uri="{FF2B5EF4-FFF2-40B4-BE49-F238E27FC236}">
                  <a16:creationId xmlns:a16="http://schemas.microsoft.com/office/drawing/2014/main" id="{44814F51-51DC-4F84-8031-332B13867FE7}"/>
                </a:ext>
              </a:extLst>
            </p:cNvPr>
            <p:cNvSpPr/>
            <p:nvPr/>
          </p:nvSpPr>
          <p:spPr>
            <a:xfrm>
              <a:off x="838200" y="2857501"/>
              <a:ext cx="561975" cy="725804"/>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47E1728-4721-4FD3-BB48-78D81C21A005}"/>
                </a:ext>
              </a:extLst>
            </p:cNvPr>
            <p:cNvSpPr/>
            <p:nvPr/>
          </p:nvSpPr>
          <p:spPr>
            <a:xfrm>
              <a:off x="838199" y="3286126"/>
              <a:ext cx="561975" cy="67151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C3E442AC-ED26-4D8D-976B-A223CA1BEC97}"/>
                </a:ext>
              </a:extLst>
            </p:cNvPr>
            <p:cNvCxnSpPr>
              <a:cxnSpLocks/>
            </p:cNvCxnSpPr>
            <p:nvPr/>
          </p:nvCxnSpPr>
          <p:spPr>
            <a:xfrm flipV="1">
              <a:off x="1119186" y="2945331"/>
              <a:ext cx="0" cy="884194"/>
            </a:xfrm>
            <a:prstGeom prst="straightConnector1">
              <a:avLst/>
            </a:prstGeom>
            <a:ln w="60325">
              <a:tailEnd type="stealth" w="lg" len="med"/>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6FAB9345-631A-4ED4-94FF-30B95921D0CD}"/>
                </a:ext>
              </a:extLst>
            </p:cNvPr>
            <p:cNvSpPr/>
            <p:nvPr/>
          </p:nvSpPr>
          <p:spPr>
            <a:xfrm rot="10800000">
              <a:off x="1003381" y="4338320"/>
              <a:ext cx="233680" cy="201448"/>
            </a:xfrm>
            <a:prstGeom prst="triangl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A416D895-5D6C-47B5-8F13-9D341FB410A2}"/>
                </a:ext>
              </a:extLst>
            </p:cNvPr>
            <p:cNvCxnSpPr>
              <a:cxnSpLocks/>
              <a:stCxn id="13" idx="4"/>
              <a:endCxn id="22" idx="3"/>
            </p:cNvCxnSpPr>
            <p:nvPr/>
          </p:nvCxnSpPr>
          <p:spPr>
            <a:xfrm>
              <a:off x="1119187" y="3957638"/>
              <a:ext cx="1034" cy="380682"/>
            </a:xfrm>
            <a:prstGeom prst="line">
              <a:avLst/>
            </a:prstGeom>
            <a:ln w="101600"/>
          </p:spPr>
          <p:style>
            <a:lnRef idx="1">
              <a:schemeClr val="accent1"/>
            </a:lnRef>
            <a:fillRef idx="0">
              <a:schemeClr val="accent1"/>
            </a:fillRef>
            <a:effectRef idx="0">
              <a:schemeClr val="accent1"/>
            </a:effectRef>
            <a:fontRef idx="minor">
              <a:schemeClr val="tx1"/>
            </a:fontRef>
          </p:style>
        </p:cxnSp>
      </p:grpSp>
      <p:cxnSp>
        <p:nvCxnSpPr>
          <p:cNvPr id="40" name="Straight Connector 39">
            <a:extLst>
              <a:ext uri="{FF2B5EF4-FFF2-40B4-BE49-F238E27FC236}">
                <a16:creationId xmlns:a16="http://schemas.microsoft.com/office/drawing/2014/main" id="{663DD483-8BF2-47D7-9E8A-337479625316}"/>
              </a:ext>
            </a:extLst>
          </p:cNvPr>
          <p:cNvCxnSpPr>
            <a:cxnSpLocks/>
            <a:stCxn id="11" idx="3"/>
          </p:cNvCxnSpPr>
          <p:nvPr/>
        </p:nvCxnSpPr>
        <p:spPr>
          <a:xfrm>
            <a:off x="9847529" y="2219918"/>
            <a:ext cx="1343376" cy="0"/>
          </a:xfrm>
          <a:prstGeom prst="line">
            <a:avLst/>
          </a:prstGeom>
          <a:ln w="101600"/>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DA85F383-CD06-4AF3-B1D4-20F8AE48A004}"/>
              </a:ext>
            </a:extLst>
          </p:cNvPr>
          <p:cNvGrpSpPr/>
          <p:nvPr/>
        </p:nvGrpSpPr>
        <p:grpSpPr>
          <a:xfrm>
            <a:off x="10791826" y="2201333"/>
            <a:ext cx="779646" cy="2791598"/>
            <a:chOff x="7868987" y="2295978"/>
            <a:chExt cx="779646" cy="1945046"/>
          </a:xfrm>
        </p:grpSpPr>
        <p:cxnSp>
          <p:nvCxnSpPr>
            <p:cNvPr id="33" name="Straight Connector 32">
              <a:extLst>
                <a:ext uri="{FF2B5EF4-FFF2-40B4-BE49-F238E27FC236}">
                  <a16:creationId xmlns:a16="http://schemas.microsoft.com/office/drawing/2014/main" id="{3E8596DE-0B75-4E3A-AF2F-F911AB22BE24}"/>
                </a:ext>
              </a:extLst>
            </p:cNvPr>
            <p:cNvCxnSpPr>
              <a:cxnSpLocks/>
            </p:cNvCxnSpPr>
            <p:nvPr/>
          </p:nvCxnSpPr>
          <p:spPr>
            <a:xfrm>
              <a:off x="7868987" y="2945331"/>
              <a:ext cx="77964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CD6AD13-69D0-4403-B48B-D5A03F5A5624}"/>
                </a:ext>
              </a:extLst>
            </p:cNvPr>
            <p:cNvCxnSpPr>
              <a:cxnSpLocks/>
            </p:cNvCxnSpPr>
            <p:nvPr/>
          </p:nvCxnSpPr>
          <p:spPr>
            <a:xfrm>
              <a:off x="7868987" y="3224212"/>
              <a:ext cx="77964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6C759FF-C736-4C0E-8B2E-D865C7B8F5BF}"/>
                </a:ext>
              </a:extLst>
            </p:cNvPr>
            <p:cNvCxnSpPr>
              <a:cxnSpLocks/>
            </p:cNvCxnSpPr>
            <p:nvPr/>
          </p:nvCxnSpPr>
          <p:spPr>
            <a:xfrm>
              <a:off x="8034387" y="3367594"/>
              <a:ext cx="4488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4852C1F-61BD-483B-B218-1F863F533A46}"/>
                </a:ext>
              </a:extLst>
            </p:cNvPr>
            <p:cNvCxnSpPr>
              <a:cxnSpLocks/>
            </p:cNvCxnSpPr>
            <p:nvPr/>
          </p:nvCxnSpPr>
          <p:spPr>
            <a:xfrm>
              <a:off x="8034387" y="3081868"/>
              <a:ext cx="4488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3A01E0B-21B2-4623-B6BA-B0B02873DEFC}"/>
                </a:ext>
              </a:extLst>
            </p:cNvPr>
            <p:cNvCxnSpPr>
              <a:cxnSpLocks/>
            </p:cNvCxnSpPr>
            <p:nvPr/>
          </p:nvCxnSpPr>
          <p:spPr>
            <a:xfrm>
              <a:off x="8258810" y="2295978"/>
              <a:ext cx="0" cy="649353"/>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45" name="Isosceles Triangle 44">
              <a:extLst>
                <a:ext uri="{FF2B5EF4-FFF2-40B4-BE49-F238E27FC236}">
                  <a16:creationId xmlns:a16="http://schemas.microsoft.com/office/drawing/2014/main" id="{6DEF1DF2-C929-47C4-9148-FEDC0DBCD737}"/>
                </a:ext>
              </a:extLst>
            </p:cNvPr>
            <p:cNvSpPr/>
            <p:nvPr/>
          </p:nvSpPr>
          <p:spPr>
            <a:xfrm rot="10800000">
              <a:off x="8151226" y="4039576"/>
              <a:ext cx="233680" cy="201448"/>
            </a:xfrm>
            <a:prstGeom prst="triangl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6F1E6B3F-C0C9-48EE-82DF-23C0BFDBBB56}"/>
                </a:ext>
              </a:extLst>
            </p:cNvPr>
            <p:cNvCxnSpPr>
              <a:cxnSpLocks/>
            </p:cNvCxnSpPr>
            <p:nvPr/>
          </p:nvCxnSpPr>
          <p:spPr>
            <a:xfrm flipH="1">
              <a:off x="8258811" y="3359524"/>
              <a:ext cx="9255" cy="673575"/>
            </a:xfrm>
            <a:prstGeom prst="line">
              <a:avLst/>
            </a:prstGeom>
            <a:ln w="101600"/>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7B143C6E-3DCD-4E4B-B8E5-5D6E2F369C7F}"/>
              </a:ext>
            </a:extLst>
          </p:cNvPr>
          <p:cNvCxnSpPr>
            <a:cxnSpLocks/>
            <a:stCxn id="8" idx="0"/>
          </p:cNvCxnSpPr>
          <p:nvPr/>
        </p:nvCxnSpPr>
        <p:spPr>
          <a:xfrm flipV="1">
            <a:off x="5994143" y="3615717"/>
            <a:ext cx="0" cy="39429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F483FB2-FD7B-4A2A-ABF4-35EAADF96371}"/>
              </a:ext>
            </a:extLst>
          </p:cNvPr>
          <p:cNvCxnSpPr>
            <a:cxnSpLocks/>
          </p:cNvCxnSpPr>
          <p:nvPr/>
        </p:nvCxnSpPr>
        <p:spPr>
          <a:xfrm>
            <a:off x="6988028" y="5417992"/>
            <a:ext cx="835172"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95834A4D-463F-486E-A9D3-32946AEB0257}"/>
              </a:ext>
            </a:extLst>
          </p:cNvPr>
          <p:cNvCxnSpPr>
            <a:cxnSpLocks/>
            <a:endCxn id="13" idx="6"/>
          </p:cNvCxnSpPr>
          <p:nvPr/>
        </p:nvCxnSpPr>
        <p:spPr>
          <a:xfrm rot="10800000">
            <a:off x="1400174" y="4298221"/>
            <a:ext cx="3589757" cy="387085"/>
          </a:xfrm>
          <a:prstGeom prst="bentConnector3">
            <a:avLst>
              <a:gd name="adj1" fmla="val 38915"/>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F9EAADA-35E1-4C75-8A74-EBBBC51D5E3D}"/>
              </a:ext>
            </a:extLst>
          </p:cNvPr>
          <p:cNvSpPr txBox="1"/>
          <p:nvPr/>
        </p:nvSpPr>
        <p:spPr>
          <a:xfrm>
            <a:off x="6988027" y="4430918"/>
            <a:ext cx="1273171" cy="369332"/>
          </a:xfrm>
          <a:prstGeom prst="rect">
            <a:avLst/>
          </a:prstGeom>
          <a:noFill/>
        </p:spPr>
        <p:txBody>
          <a:bodyPr wrap="square" rtlCol="0">
            <a:spAutoFit/>
          </a:bodyPr>
          <a:lstStyle/>
          <a:p>
            <a:r>
              <a:rPr lang="en-US" dirty="0"/>
              <a:t>V/I/T Sense</a:t>
            </a:r>
          </a:p>
        </p:txBody>
      </p:sp>
      <p:cxnSp>
        <p:nvCxnSpPr>
          <p:cNvPr id="58" name="Connector: Elbow 57">
            <a:extLst>
              <a:ext uri="{FF2B5EF4-FFF2-40B4-BE49-F238E27FC236}">
                <a16:creationId xmlns:a16="http://schemas.microsoft.com/office/drawing/2014/main" id="{7E62548C-800F-4EE1-8EEB-B49092C10E81}"/>
              </a:ext>
            </a:extLst>
          </p:cNvPr>
          <p:cNvCxnSpPr>
            <a:cxnSpLocks/>
          </p:cNvCxnSpPr>
          <p:nvPr/>
        </p:nvCxnSpPr>
        <p:spPr>
          <a:xfrm flipV="1">
            <a:off x="6978771" y="3779676"/>
            <a:ext cx="3813055" cy="659368"/>
          </a:xfrm>
          <a:prstGeom prst="bentConnector3">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FFB68FF-D23F-48EF-85AC-C7E805001659}"/>
              </a:ext>
            </a:extLst>
          </p:cNvPr>
          <p:cNvSpPr txBox="1"/>
          <p:nvPr/>
        </p:nvSpPr>
        <p:spPr>
          <a:xfrm>
            <a:off x="1654268" y="4325177"/>
            <a:ext cx="2430541" cy="369332"/>
          </a:xfrm>
          <a:prstGeom prst="rect">
            <a:avLst/>
          </a:prstGeom>
          <a:noFill/>
        </p:spPr>
        <p:txBody>
          <a:bodyPr wrap="square" rtlCol="0">
            <a:spAutoFit/>
          </a:bodyPr>
          <a:lstStyle/>
          <a:p>
            <a:r>
              <a:rPr lang="en-US" dirty="0"/>
              <a:t>INA219/T/L Sense</a:t>
            </a:r>
          </a:p>
        </p:txBody>
      </p:sp>
      <p:sp>
        <p:nvSpPr>
          <p:cNvPr id="2" name="TextBox 1">
            <a:extLst>
              <a:ext uri="{FF2B5EF4-FFF2-40B4-BE49-F238E27FC236}">
                <a16:creationId xmlns:a16="http://schemas.microsoft.com/office/drawing/2014/main" id="{5FDB2347-E80A-4AF3-8590-C475155610A8}"/>
              </a:ext>
            </a:extLst>
          </p:cNvPr>
          <p:cNvSpPr txBox="1"/>
          <p:nvPr/>
        </p:nvSpPr>
        <p:spPr>
          <a:xfrm>
            <a:off x="8982600" y="3801698"/>
            <a:ext cx="208220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V – Voltage</a:t>
            </a:r>
          </a:p>
          <a:p>
            <a:pPr marL="285750" indent="-285750">
              <a:buFont typeface="Arial" panose="020B0604020202020204" pitchFamily="34" charset="0"/>
              <a:buChar char="•"/>
            </a:pPr>
            <a:r>
              <a:rPr lang="en-US" dirty="0"/>
              <a:t>I – Current</a:t>
            </a:r>
          </a:p>
          <a:p>
            <a:pPr marL="285750" indent="-285750">
              <a:buFont typeface="Arial" panose="020B0604020202020204" pitchFamily="34" charset="0"/>
              <a:buChar char="•"/>
            </a:pPr>
            <a:r>
              <a:rPr lang="en-US" dirty="0"/>
              <a:t>T – Temp</a:t>
            </a:r>
          </a:p>
          <a:p>
            <a:pPr marL="285750" indent="-285750">
              <a:buFont typeface="Arial" panose="020B0604020202020204" pitchFamily="34" charset="0"/>
              <a:buChar char="•"/>
            </a:pPr>
            <a:r>
              <a:rPr lang="en-US" dirty="0"/>
              <a:t>L - Luminosity</a:t>
            </a:r>
          </a:p>
        </p:txBody>
      </p:sp>
      <p:pic>
        <p:nvPicPr>
          <p:cNvPr id="4" name="Picture 3" descr="A circuit board&#10;&#10;Description automatically generated">
            <a:extLst>
              <a:ext uri="{FF2B5EF4-FFF2-40B4-BE49-F238E27FC236}">
                <a16:creationId xmlns:a16="http://schemas.microsoft.com/office/drawing/2014/main" id="{0B41D865-E852-451D-9A9A-12D5D05C0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6087" y="4572378"/>
            <a:ext cx="1671434" cy="1074493"/>
          </a:xfrm>
          <a:prstGeom prst="rect">
            <a:avLst/>
          </a:prstGeom>
        </p:spPr>
      </p:pic>
      <p:sp>
        <p:nvSpPr>
          <p:cNvPr id="68" name="Rectangle 67">
            <a:extLst>
              <a:ext uri="{FF2B5EF4-FFF2-40B4-BE49-F238E27FC236}">
                <a16:creationId xmlns:a16="http://schemas.microsoft.com/office/drawing/2014/main" id="{E106460B-A682-4B95-A419-2E836CC7F89E}"/>
              </a:ext>
            </a:extLst>
          </p:cNvPr>
          <p:cNvSpPr/>
          <p:nvPr/>
        </p:nvSpPr>
        <p:spPr>
          <a:xfrm>
            <a:off x="5623819" y="6154063"/>
            <a:ext cx="1973617" cy="646331"/>
          </a:xfrm>
          <a:prstGeom prst="rect">
            <a:avLst/>
          </a:prstGeom>
        </p:spPr>
        <p:txBody>
          <a:bodyPr wrap="none">
            <a:spAutoFit/>
          </a:bodyPr>
          <a:lstStyle/>
          <a:p>
            <a:r>
              <a:rPr lang="en-US" dirty="0">
                <a:hlinkClick r:id="rId3"/>
              </a:rPr>
              <a:t>INA219</a:t>
            </a:r>
            <a:endParaRPr lang="en-US" dirty="0"/>
          </a:p>
          <a:p>
            <a:r>
              <a:rPr lang="en-US" dirty="0">
                <a:hlinkClick r:id="rId4"/>
              </a:rPr>
              <a:t>MSP-EXP432P401R</a:t>
            </a:r>
            <a:endParaRPr lang="en-US" dirty="0"/>
          </a:p>
        </p:txBody>
      </p:sp>
      <p:sp>
        <p:nvSpPr>
          <p:cNvPr id="69" name="Rectangle 68">
            <a:extLst>
              <a:ext uri="{FF2B5EF4-FFF2-40B4-BE49-F238E27FC236}">
                <a16:creationId xmlns:a16="http://schemas.microsoft.com/office/drawing/2014/main" id="{72360B90-0FBF-4849-AD91-1E5D65B86283}"/>
              </a:ext>
            </a:extLst>
          </p:cNvPr>
          <p:cNvSpPr/>
          <p:nvPr/>
        </p:nvSpPr>
        <p:spPr>
          <a:xfrm>
            <a:off x="4204680" y="6179464"/>
            <a:ext cx="1507016" cy="369332"/>
          </a:xfrm>
          <a:prstGeom prst="rect">
            <a:avLst/>
          </a:prstGeom>
        </p:spPr>
        <p:txBody>
          <a:bodyPr wrap="none">
            <a:spAutoFit/>
          </a:bodyPr>
          <a:lstStyle/>
          <a:p>
            <a:r>
              <a:rPr lang="en-US" dirty="0"/>
              <a:t>Image credits:</a:t>
            </a:r>
          </a:p>
        </p:txBody>
      </p:sp>
      <p:pic>
        <p:nvPicPr>
          <p:cNvPr id="70" name="Picture 69">
            <a:extLst>
              <a:ext uri="{FF2B5EF4-FFF2-40B4-BE49-F238E27FC236}">
                <a16:creationId xmlns:a16="http://schemas.microsoft.com/office/drawing/2014/main" id="{6A85F13A-A3DA-46CD-A65A-89AD578A97E7}"/>
              </a:ext>
            </a:extLst>
          </p:cNvPr>
          <p:cNvPicPr>
            <a:picLocks noChangeAspect="1"/>
          </p:cNvPicPr>
          <p:nvPr/>
        </p:nvPicPr>
        <p:blipFill>
          <a:blip r:embed="rId5"/>
          <a:stretch>
            <a:fillRect/>
          </a:stretch>
        </p:blipFill>
        <p:spPr>
          <a:xfrm>
            <a:off x="1357013" y="4710703"/>
            <a:ext cx="3428295" cy="1530277"/>
          </a:xfrm>
          <a:prstGeom prst="rect">
            <a:avLst/>
          </a:prstGeom>
        </p:spPr>
      </p:pic>
      <p:pic>
        <p:nvPicPr>
          <p:cNvPr id="71" name="Picture 70">
            <a:extLst>
              <a:ext uri="{FF2B5EF4-FFF2-40B4-BE49-F238E27FC236}">
                <a16:creationId xmlns:a16="http://schemas.microsoft.com/office/drawing/2014/main" id="{700B8E93-2806-4409-9886-0DD42492645F}"/>
              </a:ext>
            </a:extLst>
          </p:cNvPr>
          <p:cNvPicPr>
            <a:picLocks noChangeAspect="1"/>
          </p:cNvPicPr>
          <p:nvPr/>
        </p:nvPicPr>
        <p:blipFill>
          <a:blip r:embed="rId6"/>
          <a:stretch>
            <a:fillRect/>
          </a:stretch>
        </p:blipFill>
        <p:spPr>
          <a:xfrm rot="16200000">
            <a:off x="3694084" y="824443"/>
            <a:ext cx="2309638" cy="3073696"/>
          </a:xfrm>
          <a:prstGeom prst="rect">
            <a:avLst/>
          </a:prstGeom>
        </p:spPr>
      </p:pic>
      <p:pic>
        <p:nvPicPr>
          <p:cNvPr id="88" name="Picture 87">
            <a:extLst>
              <a:ext uri="{FF2B5EF4-FFF2-40B4-BE49-F238E27FC236}">
                <a16:creationId xmlns:a16="http://schemas.microsoft.com/office/drawing/2014/main" id="{1E029685-0B53-4AD9-A274-72E945BAC4B0}"/>
              </a:ext>
            </a:extLst>
          </p:cNvPr>
          <p:cNvPicPr>
            <a:picLocks noChangeAspect="1"/>
          </p:cNvPicPr>
          <p:nvPr/>
        </p:nvPicPr>
        <p:blipFill>
          <a:blip r:embed="rId7"/>
          <a:stretch>
            <a:fillRect/>
          </a:stretch>
        </p:blipFill>
        <p:spPr>
          <a:xfrm>
            <a:off x="6534876" y="1167731"/>
            <a:ext cx="3073696" cy="2385806"/>
          </a:xfrm>
          <a:prstGeom prst="rect">
            <a:avLst/>
          </a:prstGeom>
        </p:spPr>
      </p:pic>
      <p:sp>
        <p:nvSpPr>
          <p:cNvPr id="93" name="TextBox 92">
            <a:extLst>
              <a:ext uri="{FF2B5EF4-FFF2-40B4-BE49-F238E27FC236}">
                <a16:creationId xmlns:a16="http://schemas.microsoft.com/office/drawing/2014/main" id="{B402D0C0-C290-4F07-BB5A-31AEB26828D1}"/>
              </a:ext>
            </a:extLst>
          </p:cNvPr>
          <p:cNvSpPr txBox="1"/>
          <p:nvPr/>
        </p:nvSpPr>
        <p:spPr>
          <a:xfrm>
            <a:off x="8162289" y="5690269"/>
            <a:ext cx="948286" cy="707886"/>
          </a:xfrm>
          <a:prstGeom prst="rect">
            <a:avLst/>
          </a:prstGeom>
          <a:noFill/>
        </p:spPr>
        <p:txBody>
          <a:bodyPr wrap="square" rtlCol="0">
            <a:spAutoFit/>
          </a:bodyPr>
          <a:lstStyle/>
          <a:p>
            <a:r>
              <a:rPr lang="en-US" sz="4000" dirty="0"/>
              <a:t>8x2</a:t>
            </a:r>
          </a:p>
        </p:txBody>
      </p:sp>
    </p:spTree>
    <p:extLst>
      <p:ext uri="{BB962C8B-B14F-4D97-AF65-F5344CB8AC3E}">
        <p14:creationId xmlns:p14="http://schemas.microsoft.com/office/powerpoint/2010/main" val="171490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3CE8-2EE6-4AFB-A538-0DDA8B6DEA00}"/>
              </a:ext>
            </a:extLst>
          </p:cNvPr>
          <p:cNvSpPr>
            <a:spLocks noGrp="1"/>
          </p:cNvSpPr>
          <p:nvPr>
            <p:ph type="title"/>
          </p:nvPr>
        </p:nvSpPr>
        <p:spPr>
          <a:xfrm>
            <a:off x="838200" y="365125"/>
            <a:ext cx="10515600" cy="1287506"/>
          </a:xfrm>
        </p:spPr>
        <p:txBody>
          <a:bodyPr/>
          <a:lstStyle/>
          <a:p>
            <a:pPr algn="ctr"/>
            <a:r>
              <a:rPr lang="en-US" dirty="0"/>
              <a:t>Milestones</a:t>
            </a:r>
          </a:p>
        </p:txBody>
      </p:sp>
      <p:sp>
        <p:nvSpPr>
          <p:cNvPr id="3" name="Diamond 2">
            <a:extLst>
              <a:ext uri="{FF2B5EF4-FFF2-40B4-BE49-F238E27FC236}">
                <a16:creationId xmlns:a16="http://schemas.microsoft.com/office/drawing/2014/main" id="{A8F17A44-7FF2-4AD3-A908-3C86ECD28041}"/>
              </a:ext>
            </a:extLst>
          </p:cNvPr>
          <p:cNvSpPr/>
          <p:nvPr/>
        </p:nvSpPr>
        <p:spPr>
          <a:xfrm>
            <a:off x="1294698" y="1783041"/>
            <a:ext cx="1157681" cy="13757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Diamond 4">
            <a:extLst>
              <a:ext uri="{FF2B5EF4-FFF2-40B4-BE49-F238E27FC236}">
                <a16:creationId xmlns:a16="http://schemas.microsoft.com/office/drawing/2014/main" id="{743BABDF-6508-4886-9991-4071D6BD285A}"/>
              </a:ext>
            </a:extLst>
          </p:cNvPr>
          <p:cNvSpPr/>
          <p:nvPr/>
        </p:nvSpPr>
        <p:spPr>
          <a:xfrm>
            <a:off x="4639811" y="1785139"/>
            <a:ext cx="1157681" cy="13757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iamond 5">
            <a:extLst>
              <a:ext uri="{FF2B5EF4-FFF2-40B4-BE49-F238E27FC236}">
                <a16:creationId xmlns:a16="http://schemas.microsoft.com/office/drawing/2014/main" id="{DADF2F6B-38C4-4CDE-93BC-584B6FBE8BF0}"/>
              </a:ext>
            </a:extLst>
          </p:cNvPr>
          <p:cNvSpPr/>
          <p:nvPr/>
        </p:nvSpPr>
        <p:spPr>
          <a:xfrm>
            <a:off x="7985622" y="1792479"/>
            <a:ext cx="1157681" cy="13757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Diamond 6">
            <a:extLst>
              <a:ext uri="{FF2B5EF4-FFF2-40B4-BE49-F238E27FC236}">
                <a16:creationId xmlns:a16="http://schemas.microsoft.com/office/drawing/2014/main" id="{FA9A17A6-BB18-4EB5-8611-21AE1598548D}"/>
              </a:ext>
            </a:extLst>
          </p:cNvPr>
          <p:cNvSpPr/>
          <p:nvPr/>
        </p:nvSpPr>
        <p:spPr>
          <a:xfrm>
            <a:off x="9912294" y="1783041"/>
            <a:ext cx="1157681" cy="13757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Diamond 7">
            <a:extLst>
              <a:ext uri="{FF2B5EF4-FFF2-40B4-BE49-F238E27FC236}">
                <a16:creationId xmlns:a16="http://schemas.microsoft.com/office/drawing/2014/main" id="{621B04CE-4C23-4E76-A494-4C551EB0219F}"/>
              </a:ext>
            </a:extLst>
          </p:cNvPr>
          <p:cNvSpPr/>
          <p:nvPr/>
        </p:nvSpPr>
        <p:spPr>
          <a:xfrm>
            <a:off x="3220674" y="2102871"/>
            <a:ext cx="650147" cy="7696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Diamond 8">
            <a:extLst>
              <a:ext uri="{FF2B5EF4-FFF2-40B4-BE49-F238E27FC236}">
                <a16:creationId xmlns:a16="http://schemas.microsoft.com/office/drawing/2014/main" id="{651749E1-465B-4D4F-A8F4-1F19764963DF}"/>
              </a:ext>
            </a:extLst>
          </p:cNvPr>
          <p:cNvSpPr/>
          <p:nvPr/>
        </p:nvSpPr>
        <p:spPr>
          <a:xfrm>
            <a:off x="6566484" y="2102871"/>
            <a:ext cx="650147" cy="76968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4F5C45D9-ABC8-4C7F-8EE7-9212C32C9C57}"/>
              </a:ext>
            </a:extLst>
          </p:cNvPr>
          <p:cNvCxnSpPr>
            <a:stCxn id="3" idx="3"/>
            <a:endCxn id="8" idx="1"/>
          </p:cNvCxnSpPr>
          <p:nvPr/>
        </p:nvCxnSpPr>
        <p:spPr>
          <a:xfrm>
            <a:off x="2452379" y="2470938"/>
            <a:ext cx="768295" cy="16778"/>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79D2949-6500-4589-87EE-3099CAB59698}"/>
              </a:ext>
            </a:extLst>
          </p:cNvPr>
          <p:cNvCxnSpPr>
            <a:cxnSpLocks/>
            <a:stCxn id="8" idx="3"/>
            <a:endCxn id="5" idx="1"/>
          </p:cNvCxnSpPr>
          <p:nvPr/>
        </p:nvCxnSpPr>
        <p:spPr>
          <a:xfrm flipV="1">
            <a:off x="3870821" y="2473036"/>
            <a:ext cx="768990" cy="1468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C7936C-96F3-43A5-8EC9-C34E32956BDC}"/>
              </a:ext>
            </a:extLst>
          </p:cNvPr>
          <p:cNvCxnSpPr>
            <a:cxnSpLocks/>
            <a:stCxn id="5" idx="3"/>
            <a:endCxn id="9" idx="1"/>
          </p:cNvCxnSpPr>
          <p:nvPr/>
        </p:nvCxnSpPr>
        <p:spPr>
          <a:xfrm>
            <a:off x="5797492" y="2473036"/>
            <a:ext cx="768992" cy="1468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D9384F6-BDFE-4A90-9065-F821A34FB375}"/>
              </a:ext>
            </a:extLst>
          </p:cNvPr>
          <p:cNvCxnSpPr>
            <a:cxnSpLocks/>
            <a:stCxn id="9" idx="3"/>
            <a:endCxn id="6" idx="1"/>
          </p:cNvCxnSpPr>
          <p:nvPr/>
        </p:nvCxnSpPr>
        <p:spPr>
          <a:xfrm flipV="1">
            <a:off x="7216631" y="2480376"/>
            <a:ext cx="768991" cy="734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73E48EA-171D-4234-88D3-C8079248C930}"/>
              </a:ext>
            </a:extLst>
          </p:cNvPr>
          <p:cNvCxnSpPr>
            <a:cxnSpLocks/>
            <a:stCxn id="6" idx="3"/>
            <a:endCxn id="7" idx="1"/>
          </p:cNvCxnSpPr>
          <p:nvPr/>
        </p:nvCxnSpPr>
        <p:spPr>
          <a:xfrm flipV="1">
            <a:off x="9143303" y="2470938"/>
            <a:ext cx="768991" cy="9438"/>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497FC62-D18D-4EE1-B29B-CA74765A4507}"/>
              </a:ext>
            </a:extLst>
          </p:cNvPr>
          <p:cNvSpPr txBox="1"/>
          <p:nvPr/>
        </p:nvSpPr>
        <p:spPr>
          <a:xfrm>
            <a:off x="1138805" y="3264055"/>
            <a:ext cx="1468074" cy="160043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Source Input Voltage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Source Input Current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Source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Ouput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Voltage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467C5162-49C5-4FEB-A517-DFD65E26286A}"/>
              </a:ext>
            </a:extLst>
          </p:cNvPr>
          <p:cNvSpPr txBox="1"/>
          <p:nvPr/>
        </p:nvSpPr>
        <p:spPr>
          <a:xfrm>
            <a:off x="3016191" y="3242725"/>
            <a:ext cx="1059111" cy="116955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Output Current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INA 219</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D630F209-4EC1-4016-ADBB-847F5975BFAB}"/>
              </a:ext>
            </a:extLst>
          </p:cNvPr>
          <p:cNvSpPr txBox="1"/>
          <p:nvPr/>
        </p:nvSpPr>
        <p:spPr>
          <a:xfrm>
            <a:off x="4484615" y="3264055"/>
            <a:ext cx="1468074" cy="9541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Solar Array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MPPT Algorithm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D38E5B70-C20C-4DC7-A71F-4D1703F99DA2}"/>
              </a:ext>
            </a:extLst>
          </p:cNvPr>
          <p:cNvSpPr txBox="1"/>
          <p:nvPr/>
        </p:nvSpPr>
        <p:spPr>
          <a:xfrm>
            <a:off x="5974010" y="3250065"/>
            <a:ext cx="1678847" cy="160043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Load Battery Implementation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Temperature Detection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Lumens Detection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Box 62">
            <a:extLst>
              <a:ext uri="{FF2B5EF4-FFF2-40B4-BE49-F238E27FC236}">
                <a16:creationId xmlns:a16="http://schemas.microsoft.com/office/drawing/2014/main" id="{F66DB9D0-18F2-4830-B698-EF658CB30FD4}"/>
              </a:ext>
            </a:extLst>
          </p:cNvPr>
          <p:cNvSpPr txBox="1"/>
          <p:nvPr/>
        </p:nvSpPr>
        <p:spPr>
          <a:xfrm>
            <a:off x="1493588" y="2286272"/>
            <a:ext cx="7256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Boost</a:t>
            </a:r>
          </a:p>
        </p:txBody>
      </p:sp>
      <p:sp>
        <p:nvSpPr>
          <p:cNvPr id="64" name="TextBox 63">
            <a:extLst>
              <a:ext uri="{FF2B5EF4-FFF2-40B4-BE49-F238E27FC236}">
                <a16:creationId xmlns:a16="http://schemas.microsoft.com/office/drawing/2014/main" id="{D843F6C0-177E-4A6F-8B4F-C679467D5FCE}"/>
              </a:ext>
            </a:extLst>
          </p:cNvPr>
          <p:cNvSpPr txBox="1"/>
          <p:nvPr/>
        </p:nvSpPr>
        <p:spPr>
          <a:xfrm>
            <a:off x="4872606" y="2303049"/>
            <a:ext cx="7256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MPPT</a:t>
            </a:r>
          </a:p>
        </p:txBody>
      </p:sp>
      <p:sp>
        <p:nvSpPr>
          <p:cNvPr id="66" name="TextBox 65">
            <a:extLst>
              <a:ext uri="{FF2B5EF4-FFF2-40B4-BE49-F238E27FC236}">
                <a16:creationId xmlns:a16="http://schemas.microsoft.com/office/drawing/2014/main" id="{4782BBBC-25E3-4327-BE83-5821A58169D4}"/>
              </a:ext>
            </a:extLst>
          </p:cNvPr>
          <p:cNvSpPr txBox="1"/>
          <p:nvPr/>
        </p:nvSpPr>
        <p:spPr>
          <a:xfrm>
            <a:off x="8287974" y="2220640"/>
            <a:ext cx="7256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Buck</a:t>
            </a:r>
          </a:p>
        </p:txBody>
      </p:sp>
      <p:sp>
        <p:nvSpPr>
          <p:cNvPr id="67" name="TextBox 66">
            <a:extLst>
              <a:ext uri="{FF2B5EF4-FFF2-40B4-BE49-F238E27FC236}">
                <a16:creationId xmlns:a16="http://schemas.microsoft.com/office/drawing/2014/main" id="{48C7E6FA-C384-4B4B-BA45-FF6E07948B77}"/>
              </a:ext>
            </a:extLst>
          </p:cNvPr>
          <p:cNvSpPr txBox="1"/>
          <p:nvPr/>
        </p:nvSpPr>
        <p:spPr>
          <a:xfrm>
            <a:off x="10171656" y="2082141"/>
            <a:ext cx="72564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Buck-Boost</a:t>
            </a:r>
          </a:p>
        </p:txBody>
      </p:sp>
      <p:sp>
        <p:nvSpPr>
          <p:cNvPr id="68" name="Rectangle 67">
            <a:extLst>
              <a:ext uri="{FF2B5EF4-FFF2-40B4-BE49-F238E27FC236}">
                <a16:creationId xmlns:a16="http://schemas.microsoft.com/office/drawing/2014/main" id="{7151C818-FECA-4699-97A6-CC1162F9E3CB}"/>
              </a:ext>
            </a:extLst>
          </p:cNvPr>
          <p:cNvSpPr/>
          <p:nvPr/>
        </p:nvSpPr>
        <p:spPr>
          <a:xfrm>
            <a:off x="838200" y="1371218"/>
            <a:ext cx="6762925" cy="4115564"/>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a:extLst>
              <a:ext uri="{FF2B5EF4-FFF2-40B4-BE49-F238E27FC236}">
                <a16:creationId xmlns:a16="http://schemas.microsoft.com/office/drawing/2014/main" id="{F7A2D881-34CA-433E-B028-A4C6E0F9F9C1}"/>
              </a:ext>
            </a:extLst>
          </p:cNvPr>
          <p:cNvSpPr txBox="1"/>
          <p:nvPr/>
        </p:nvSpPr>
        <p:spPr>
          <a:xfrm>
            <a:off x="2031883" y="4941497"/>
            <a:ext cx="41591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Primary </a:t>
            </a:r>
          </a:p>
        </p:txBody>
      </p:sp>
      <p:sp>
        <p:nvSpPr>
          <p:cNvPr id="70" name="Rectangle 69">
            <a:extLst>
              <a:ext uri="{FF2B5EF4-FFF2-40B4-BE49-F238E27FC236}">
                <a16:creationId xmlns:a16="http://schemas.microsoft.com/office/drawing/2014/main" id="{D16B35E5-4DEC-41DB-9107-33134268C31A}"/>
              </a:ext>
            </a:extLst>
          </p:cNvPr>
          <p:cNvSpPr/>
          <p:nvPr/>
        </p:nvSpPr>
        <p:spPr>
          <a:xfrm>
            <a:off x="7830424" y="1342491"/>
            <a:ext cx="3345810" cy="4115564"/>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DB63878-956C-4BEB-92E2-D99D0A694E8E}"/>
              </a:ext>
            </a:extLst>
          </p:cNvPr>
          <p:cNvSpPr txBox="1"/>
          <p:nvPr/>
        </p:nvSpPr>
        <p:spPr>
          <a:xfrm>
            <a:off x="7902430" y="4979377"/>
            <a:ext cx="32738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Secondary</a:t>
            </a:r>
          </a:p>
        </p:txBody>
      </p:sp>
      <p:sp>
        <p:nvSpPr>
          <p:cNvPr id="72" name="Diamond 71">
            <a:extLst>
              <a:ext uri="{FF2B5EF4-FFF2-40B4-BE49-F238E27FC236}">
                <a16:creationId xmlns:a16="http://schemas.microsoft.com/office/drawing/2014/main" id="{4238BA6E-35AB-41CA-A7B3-27DC5F4A423D}"/>
              </a:ext>
            </a:extLst>
          </p:cNvPr>
          <p:cNvSpPr/>
          <p:nvPr/>
        </p:nvSpPr>
        <p:spPr>
          <a:xfrm>
            <a:off x="1076409" y="5617192"/>
            <a:ext cx="834357" cy="97065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Diamond 74">
            <a:extLst>
              <a:ext uri="{FF2B5EF4-FFF2-40B4-BE49-F238E27FC236}">
                <a16:creationId xmlns:a16="http://schemas.microsoft.com/office/drawing/2014/main" id="{85E2B4D6-9009-4C34-927C-956FAD5BDE20}"/>
              </a:ext>
            </a:extLst>
          </p:cNvPr>
          <p:cNvSpPr/>
          <p:nvPr/>
        </p:nvSpPr>
        <p:spPr>
          <a:xfrm>
            <a:off x="4484615" y="5872477"/>
            <a:ext cx="456851" cy="56079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2" name="Straight Arrow Connector 81">
            <a:extLst>
              <a:ext uri="{FF2B5EF4-FFF2-40B4-BE49-F238E27FC236}">
                <a16:creationId xmlns:a16="http://schemas.microsoft.com/office/drawing/2014/main" id="{ACB0BC7E-72FB-4A12-BD2C-7664A5967958}"/>
              </a:ext>
            </a:extLst>
          </p:cNvPr>
          <p:cNvCxnSpPr>
            <a:cxnSpLocks/>
            <a:stCxn id="72" idx="3"/>
          </p:cNvCxnSpPr>
          <p:nvPr/>
        </p:nvCxnSpPr>
        <p:spPr>
          <a:xfrm>
            <a:off x="1910766" y="6102520"/>
            <a:ext cx="499059" cy="3005"/>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8AFBDE58-9335-4692-A526-BD728FB7579A}"/>
              </a:ext>
            </a:extLst>
          </p:cNvPr>
          <p:cNvSpPr txBox="1"/>
          <p:nvPr/>
        </p:nvSpPr>
        <p:spPr>
          <a:xfrm>
            <a:off x="2409825" y="5941516"/>
            <a:ext cx="141844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Major Milestones</a:t>
            </a:r>
          </a:p>
        </p:txBody>
      </p:sp>
      <p:cxnSp>
        <p:nvCxnSpPr>
          <p:cNvPr id="86" name="Straight Arrow Connector 85">
            <a:extLst>
              <a:ext uri="{FF2B5EF4-FFF2-40B4-BE49-F238E27FC236}">
                <a16:creationId xmlns:a16="http://schemas.microsoft.com/office/drawing/2014/main" id="{C4C451CA-683C-4FB6-824B-A16A9263112E}"/>
              </a:ext>
            </a:extLst>
          </p:cNvPr>
          <p:cNvCxnSpPr>
            <a:cxnSpLocks/>
          </p:cNvCxnSpPr>
          <p:nvPr/>
        </p:nvCxnSpPr>
        <p:spPr>
          <a:xfrm>
            <a:off x="4941466" y="6149870"/>
            <a:ext cx="499059" cy="3005"/>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55AFDC34-A440-485D-AD0C-5C8524DCDB7A}"/>
              </a:ext>
            </a:extLst>
          </p:cNvPr>
          <p:cNvSpPr txBox="1"/>
          <p:nvPr/>
        </p:nvSpPr>
        <p:spPr>
          <a:xfrm>
            <a:off x="5354530" y="6011370"/>
            <a:ext cx="189600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Intermediate Milestones</a:t>
            </a:r>
          </a:p>
        </p:txBody>
      </p:sp>
    </p:spTree>
    <p:extLst>
      <p:ext uri="{BB962C8B-B14F-4D97-AF65-F5344CB8AC3E}">
        <p14:creationId xmlns:p14="http://schemas.microsoft.com/office/powerpoint/2010/main" val="200373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C5D4-D8F9-4BA0-B2CA-572E4A6DAB98}"/>
              </a:ext>
            </a:extLst>
          </p:cNvPr>
          <p:cNvSpPr>
            <a:spLocks noGrp="1"/>
          </p:cNvSpPr>
          <p:nvPr>
            <p:ph type="title"/>
          </p:nvPr>
        </p:nvSpPr>
        <p:spPr>
          <a:xfrm>
            <a:off x="838200" y="365126"/>
            <a:ext cx="10515600" cy="771344"/>
          </a:xfrm>
        </p:spPr>
        <p:txBody>
          <a:bodyPr/>
          <a:lstStyle/>
          <a:p>
            <a:r>
              <a:rPr lang="en-US" dirty="0"/>
              <a:t>Schedule</a:t>
            </a:r>
          </a:p>
        </p:txBody>
      </p:sp>
      <p:sp>
        <p:nvSpPr>
          <p:cNvPr id="3" name="Content Placeholder 2">
            <a:extLst>
              <a:ext uri="{FF2B5EF4-FFF2-40B4-BE49-F238E27FC236}">
                <a16:creationId xmlns:a16="http://schemas.microsoft.com/office/drawing/2014/main" id="{CE4CADAD-E14E-495A-9D9F-BFAD24856864}"/>
              </a:ext>
            </a:extLst>
          </p:cNvPr>
          <p:cNvSpPr>
            <a:spLocks noGrp="1"/>
          </p:cNvSpPr>
          <p:nvPr>
            <p:ph idx="1"/>
          </p:nvPr>
        </p:nvSpPr>
        <p:spPr>
          <a:xfrm>
            <a:off x="838199" y="1136470"/>
            <a:ext cx="4870269" cy="5040493"/>
          </a:xfrm>
        </p:spPr>
        <p:txBody>
          <a:bodyPr>
            <a:normAutofit fontScale="70000" lnSpcReduction="20000"/>
          </a:bodyPr>
          <a:lstStyle/>
          <a:p>
            <a:r>
              <a:rPr lang="en-US" dirty="0"/>
              <a:t>Oct 21 - </a:t>
            </a:r>
            <a:r>
              <a:rPr lang="en-US" b="1" dirty="0"/>
              <a:t>PDR</a:t>
            </a:r>
          </a:p>
          <a:p>
            <a:pPr lvl="1"/>
            <a:r>
              <a:rPr lang="en-US" b="1" dirty="0"/>
              <a:t>Hardware prototype interfaces selected and ordered.</a:t>
            </a:r>
          </a:p>
          <a:p>
            <a:pPr lvl="1"/>
            <a:r>
              <a:rPr lang="en-US" dirty="0"/>
              <a:t>Basic architecture complete.</a:t>
            </a:r>
          </a:p>
          <a:p>
            <a:pPr lvl="1"/>
            <a:r>
              <a:rPr lang="en-US" dirty="0"/>
              <a:t>Git Repository established for the team.</a:t>
            </a:r>
          </a:p>
          <a:p>
            <a:r>
              <a:rPr lang="en-US" dirty="0"/>
              <a:t>Nov 4 – Initial Hardware Prototypes </a:t>
            </a:r>
          </a:p>
          <a:p>
            <a:pPr lvl="1"/>
            <a:r>
              <a:rPr lang="en-US" dirty="0"/>
              <a:t>HW: Power stage and output voltage and current monitoring assembled.</a:t>
            </a:r>
          </a:p>
          <a:p>
            <a:pPr lvl="1"/>
            <a:r>
              <a:rPr lang="en-US" dirty="0"/>
              <a:t>FW - Interfaces:  Drivers for output voltage and current monitoring complete.</a:t>
            </a:r>
          </a:p>
          <a:p>
            <a:pPr lvl="1"/>
            <a:r>
              <a:rPr lang="en-US" dirty="0"/>
              <a:t>FW – Controls: Conceptualize (Simulate?) initial control loops and soft-start.</a:t>
            </a:r>
          </a:p>
          <a:p>
            <a:r>
              <a:rPr lang="en-US" dirty="0"/>
              <a:t>Nov 11 – Boost Control Complete</a:t>
            </a:r>
          </a:p>
          <a:p>
            <a:pPr lvl="1"/>
            <a:r>
              <a:rPr lang="en-US" dirty="0"/>
              <a:t>HW:  Prototype builds with all peripherals complete.</a:t>
            </a:r>
          </a:p>
          <a:p>
            <a:pPr lvl="1"/>
            <a:r>
              <a:rPr lang="en-US" dirty="0"/>
              <a:t>FW – I:  Drivers for input current and voltage, temp, and luminosity complete</a:t>
            </a:r>
          </a:p>
          <a:p>
            <a:pPr lvl="1"/>
            <a:r>
              <a:rPr lang="en-US" dirty="0"/>
              <a:t>FW – C:  Boost Control Completed with soft-start (Output Side)</a:t>
            </a:r>
          </a:p>
          <a:p>
            <a:endParaRPr lang="en-US" b="1" dirty="0"/>
          </a:p>
        </p:txBody>
      </p:sp>
      <p:sp>
        <p:nvSpPr>
          <p:cNvPr id="4" name="Content Placeholder 2">
            <a:extLst>
              <a:ext uri="{FF2B5EF4-FFF2-40B4-BE49-F238E27FC236}">
                <a16:creationId xmlns:a16="http://schemas.microsoft.com/office/drawing/2014/main" id="{5681E15A-0E5D-48E5-8807-84B9EF603CF9}"/>
              </a:ext>
            </a:extLst>
          </p:cNvPr>
          <p:cNvSpPr txBox="1">
            <a:spLocks/>
          </p:cNvSpPr>
          <p:nvPr/>
        </p:nvSpPr>
        <p:spPr>
          <a:xfrm>
            <a:off x="6677297" y="1136470"/>
            <a:ext cx="4870269" cy="46895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Nov 18 – MPPT Control Complete, Final Hardware Design Completed</a:t>
            </a:r>
          </a:p>
          <a:p>
            <a:pPr lvl="1"/>
            <a:r>
              <a:rPr lang="en-US" b="1" dirty="0"/>
              <a:t>HW:  Final PCB and parts ordered.</a:t>
            </a:r>
          </a:p>
          <a:p>
            <a:pPr lvl="1"/>
            <a:r>
              <a:rPr lang="en-US" dirty="0"/>
              <a:t>FW – I: Refine interfaces as required.  Finalize LCD display.</a:t>
            </a:r>
          </a:p>
          <a:p>
            <a:pPr lvl="1"/>
            <a:r>
              <a:rPr lang="en-US" dirty="0"/>
              <a:t>FW – C: MPPT control completed (Input Side)</a:t>
            </a:r>
          </a:p>
          <a:p>
            <a:r>
              <a:rPr lang="en-US" dirty="0"/>
              <a:t>Nov 25-29 – No work – Fall break</a:t>
            </a:r>
          </a:p>
          <a:p>
            <a:r>
              <a:rPr lang="en-US" dirty="0"/>
              <a:t>Dec 2 – HW complete, Final Hardware Assembled</a:t>
            </a:r>
          </a:p>
          <a:p>
            <a:pPr lvl="1"/>
            <a:r>
              <a:rPr lang="en-US" dirty="0"/>
              <a:t>HW: Finish building Final Assemblies</a:t>
            </a:r>
          </a:p>
          <a:p>
            <a:pPr lvl="1"/>
            <a:r>
              <a:rPr lang="en-US" dirty="0"/>
              <a:t>FW – I: </a:t>
            </a:r>
            <a:r>
              <a:rPr lang="en-US" dirty="0" err="1"/>
              <a:t>Ahr</a:t>
            </a:r>
            <a:r>
              <a:rPr lang="en-US" dirty="0"/>
              <a:t> monitor</a:t>
            </a:r>
          </a:p>
          <a:p>
            <a:pPr lvl="1"/>
            <a:r>
              <a:rPr lang="en-US" dirty="0"/>
              <a:t>FW – C: Incorporate buck/buck-boost if time permits.</a:t>
            </a:r>
          </a:p>
          <a:p>
            <a:r>
              <a:rPr lang="en-US" dirty="0"/>
              <a:t>Dec 9 – </a:t>
            </a:r>
            <a:r>
              <a:rPr lang="en-US" b="1" dirty="0"/>
              <a:t>Demo Day</a:t>
            </a:r>
          </a:p>
          <a:p>
            <a:pPr lvl="1"/>
            <a:r>
              <a:rPr lang="en-US" dirty="0"/>
              <a:t>All:  Divide Final Project</a:t>
            </a:r>
          </a:p>
          <a:p>
            <a:r>
              <a:rPr lang="en-US" dirty="0"/>
              <a:t>Dec 14 – </a:t>
            </a:r>
            <a:r>
              <a:rPr lang="en-US" b="1" dirty="0"/>
              <a:t>Final Project Report Submitted</a:t>
            </a:r>
          </a:p>
        </p:txBody>
      </p:sp>
      <p:sp>
        <p:nvSpPr>
          <p:cNvPr id="5" name="TextBox 4">
            <a:extLst>
              <a:ext uri="{FF2B5EF4-FFF2-40B4-BE49-F238E27FC236}">
                <a16:creationId xmlns:a16="http://schemas.microsoft.com/office/drawing/2014/main" id="{1FE11183-8DD5-4682-A9C3-8CAB5098E6CA}"/>
              </a:ext>
            </a:extLst>
          </p:cNvPr>
          <p:cNvSpPr txBox="1"/>
          <p:nvPr/>
        </p:nvSpPr>
        <p:spPr>
          <a:xfrm>
            <a:off x="5590599" y="566132"/>
            <a:ext cx="4870269" cy="369332"/>
          </a:xfrm>
          <a:prstGeom prst="rect">
            <a:avLst/>
          </a:prstGeom>
          <a:noFill/>
        </p:spPr>
        <p:txBody>
          <a:bodyPr wrap="square" rtlCol="0">
            <a:spAutoFit/>
          </a:bodyPr>
          <a:lstStyle/>
          <a:p>
            <a:r>
              <a:rPr lang="en-US" i="1" dirty="0">
                <a:solidFill>
                  <a:srgbClr val="FF0000"/>
                </a:solidFill>
              </a:rPr>
              <a:t>Items in </a:t>
            </a:r>
            <a:r>
              <a:rPr lang="en-US" b="1" i="1" dirty="0">
                <a:solidFill>
                  <a:srgbClr val="FF0000"/>
                </a:solidFill>
              </a:rPr>
              <a:t>bold </a:t>
            </a:r>
            <a:r>
              <a:rPr lang="en-US" i="1" dirty="0">
                <a:solidFill>
                  <a:srgbClr val="FF0000"/>
                </a:solidFill>
              </a:rPr>
              <a:t>are critical deadlines</a:t>
            </a:r>
          </a:p>
        </p:txBody>
      </p:sp>
    </p:spTree>
    <p:extLst>
      <p:ext uri="{BB962C8B-B14F-4D97-AF65-F5344CB8AC3E}">
        <p14:creationId xmlns:p14="http://schemas.microsoft.com/office/powerpoint/2010/main" val="2492065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01600"/>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016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DFD832F586CF4497975190EFF09D58" ma:contentTypeVersion="8" ma:contentTypeDescription="Create a new document." ma:contentTypeScope="" ma:versionID="0bee3511cbb142957a96de7dc57c1db7">
  <xsd:schema xmlns:xsd="http://www.w3.org/2001/XMLSchema" xmlns:xs="http://www.w3.org/2001/XMLSchema" xmlns:p="http://schemas.microsoft.com/office/2006/metadata/properties" xmlns:ns3="9a465402-28f1-4d3c-b936-7f93314b2b86" targetNamespace="http://schemas.microsoft.com/office/2006/metadata/properties" ma:root="true" ma:fieldsID="1f7cc92ccd89a3555a15af795d5dfde8" ns3:_="">
    <xsd:import namespace="9a465402-28f1-4d3c-b936-7f93314b2b8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465402-28f1-4d3c-b936-7f93314b2b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AB96E2-3453-4A3B-A1F4-7875CF1B342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59B6993-244D-4582-AFDE-161314C44A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465402-28f1-4d3c-b936-7f93314b2b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406310-B73E-4FDC-831E-AAD1857E8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4119</TotalTime>
  <Words>745</Words>
  <Application>Microsoft Office PowerPoint</Application>
  <PresentationFormat>Widescreen</PresentationFormat>
  <Paragraphs>90</Paragraphs>
  <Slides>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vt:lpstr>
      <vt:lpstr>Calibri Light</vt:lpstr>
      <vt:lpstr>Wingdings</vt:lpstr>
      <vt:lpstr>Office Theme</vt:lpstr>
      <vt:lpstr>1_Office Theme</vt:lpstr>
      <vt:lpstr>Max Power Point Tracker Embedded Systems Design CU-Boulder Fall 2019 Prof: Dr. Linden McClure</vt:lpstr>
      <vt:lpstr>Project Overview</vt:lpstr>
      <vt:lpstr>Primary Requirements</vt:lpstr>
      <vt:lpstr>Topology</vt:lpstr>
      <vt:lpstr>Milestones</vt:lpstr>
      <vt:lpstr>Schedule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Jerome Hittle</dc:creator>
  <cp:lastModifiedBy>Jerome Hittle</cp:lastModifiedBy>
  <cp:revision>8</cp:revision>
  <dcterms:created xsi:type="dcterms:W3CDTF">2019-08-31T20:10:41Z</dcterms:created>
  <dcterms:modified xsi:type="dcterms:W3CDTF">2019-10-20T19:27:50Z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0x01010051DFD832F586CF4497975190EFF09D58</vt:lpwstr>
  </property>
</Properties>
</file>